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3" r:id="rId4"/>
    <p:sldId id="284" r:id="rId5"/>
    <p:sldId id="282" r:id="rId6"/>
    <p:sldId id="288" r:id="rId7"/>
    <p:sldId id="285" r:id="rId8"/>
    <p:sldId id="258" r:id="rId9"/>
    <p:sldId id="259" r:id="rId10"/>
    <p:sldId id="260"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9" r:id="rId26"/>
    <p:sldId id="276" r:id="rId27"/>
    <p:sldId id="278" r:id="rId28"/>
    <p:sldId id="277" r:id="rId29"/>
    <p:sldId id="280" r:id="rId30"/>
    <p:sldId id="281" r:id="rId31"/>
    <p:sldId id="290" r:id="rId32"/>
    <p:sldId id="289" r:id="rId33"/>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DA2BB9-9482-4F6C-82B3-AF81767B351E}"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6267C2A0-1EDE-4799-AC0C-12DB53B02DD3}">
      <dgm:prSet/>
      <dgm:spPr/>
      <dgm:t>
        <a:bodyPr/>
        <a:lstStyle/>
        <a:p>
          <a:r>
            <a:rPr lang="pt-BR"/>
            <a:t>Rochele</a:t>
          </a:r>
          <a:endParaRPr lang="en-US"/>
        </a:p>
      </dgm:t>
    </dgm:pt>
    <dgm:pt modelId="{B277001C-5CF5-47BB-8FB6-03EE74D36B0F}" type="parTrans" cxnId="{F1B39331-BCDE-4160-9941-3B3ABBF2BBD4}">
      <dgm:prSet/>
      <dgm:spPr/>
      <dgm:t>
        <a:bodyPr/>
        <a:lstStyle/>
        <a:p>
          <a:endParaRPr lang="en-US"/>
        </a:p>
      </dgm:t>
    </dgm:pt>
    <dgm:pt modelId="{9B28B053-D2B5-4E29-A322-307F38BE69CE}" type="sibTrans" cxnId="{F1B39331-BCDE-4160-9941-3B3ABBF2BBD4}">
      <dgm:prSet/>
      <dgm:spPr/>
      <dgm:t>
        <a:bodyPr/>
        <a:lstStyle/>
        <a:p>
          <a:endParaRPr lang="en-US"/>
        </a:p>
      </dgm:t>
    </dgm:pt>
    <dgm:pt modelId="{36DF9D4C-800D-44D8-900E-88140CC70C15}">
      <dgm:prSet/>
      <dgm:spPr/>
      <dgm:t>
        <a:bodyPr/>
        <a:lstStyle/>
        <a:p>
          <a:r>
            <a:rPr lang="pt-BR"/>
            <a:t>Hélio</a:t>
          </a:r>
          <a:endParaRPr lang="en-US"/>
        </a:p>
      </dgm:t>
    </dgm:pt>
    <dgm:pt modelId="{A634C1DA-1328-4B43-A2AB-6FBB65A92498}" type="parTrans" cxnId="{6CF6C98E-ED3A-4DA4-B1EF-D37928BC39E2}">
      <dgm:prSet/>
      <dgm:spPr/>
      <dgm:t>
        <a:bodyPr/>
        <a:lstStyle/>
        <a:p>
          <a:endParaRPr lang="en-US"/>
        </a:p>
      </dgm:t>
    </dgm:pt>
    <dgm:pt modelId="{C167E1F8-7C26-44E4-B410-CE521F78EBD2}" type="sibTrans" cxnId="{6CF6C98E-ED3A-4DA4-B1EF-D37928BC39E2}">
      <dgm:prSet/>
      <dgm:spPr/>
      <dgm:t>
        <a:bodyPr/>
        <a:lstStyle/>
        <a:p>
          <a:endParaRPr lang="en-US"/>
        </a:p>
      </dgm:t>
    </dgm:pt>
    <dgm:pt modelId="{7323FC8E-B641-4542-9950-B044F370406D}">
      <dgm:prSet/>
      <dgm:spPr/>
      <dgm:t>
        <a:bodyPr/>
        <a:lstStyle/>
        <a:p>
          <a:r>
            <a:rPr lang="pt-BR"/>
            <a:t>Flavio</a:t>
          </a:r>
          <a:endParaRPr lang="en-US"/>
        </a:p>
      </dgm:t>
    </dgm:pt>
    <dgm:pt modelId="{A339398D-5614-4A86-9001-B88E7B8A3D47}" type="parTrans" cxnId="{93978F42-B454-40B8-8FE4-2B1D6E15BEB9}">
      <dgm:prSet/>
      <dgm:spPr/>
      <dgm:t>
        <a:bodyPr/>
        <a:lstStyle/>
        <a:p>
          <a:endParaRPr lang="en-US"/>
        </a:p>
      </dgm:t>
    </dgm:pt>
    <dgm:pt modelId="{828BED10-29B1-4ED9-BBB2-36741C378804}" type="sibTrans" cxnId="{93978F42-B454-40B8-8FE4-2B1D6E15BEB9}">
      <dgm:prSet/>
      <dgm:spPr/>
      <dgm:t>
        <a:bodyPr/>
        <a:lstStyle/>
        <a:p>
          <a:endParaRPr lang="en-US"/>
        </a:p>
      </dgm:t>
    </dgm:pt>
    <dgm:pt modelId="{3FDDA232-7E67-461E-87ED-43B5F7F7DD75}">
      <dgm:prSet/>
      <dgm:spPr/>
      <dgm:t>
        <a:bodyPr/>
        <a:lstStyle/>
        <a:p>
          <a:r>
            <a:rPr lang="pt-BR"/>
            <a:t>Pedro</a:t>
          </a:r>
          <a:endParaRPr lang="en-US"/>
        </a:p>
      </dgm:t>
    </dgm:pt>
    <dgm:pt modelId="{2A7D6B93-A53A-4E5E-9095-DD87C79B0557}" type="parTrans" cxnId="{E0BA00EB-62EC-460B-B4B8-9313A6C2C790}">
      <dgm:prSet/>
      <dgm:spPr/>
      <dgm:t>
        <a:bodyPr/>
        <a:lstStyle/>
        <a:p>
          <a:endParaRPr lang="en-US"/>
        </a:p>
      </dgm:t>
    </dgm:pt>
    <dgm:pt modelId="{86F90234-6B8C-445C-A69B-CBFF0C5ECD70}" type="sibTrans" cxnId="{E0BA00EB-62EC-460B-B4B8-9313A6C2C790}">
      <dgm:prSet/>
      <dgm:spPr/>
      <dgm:t>
        <a:bodyPr/>
        <a:lstStyle/>
        <a:p>
          <a:endParaRPr lang="en-US"/>
        </a:p>
      </dgm:t>
    </dgm:pt>
    <dgm:pt modelId="{535C9A3A-A785-4862-AF1E-D088A8559979}">
      <dgm:prSet/>
      <dgm:spPr/>
      <dgm:t>
        <a:bodyPr/>
        <a:lstStyle/>
        <a:p>
          <a:r>
            <a:rPr lang="pt-BR" dirty="0"/>
            <a:t>Vagner </a:t>
          </a:r>
          <a:endParaRPr lang="en-US" dirty="0"/>
        </a:p>
      </dgm:t>
    </dgm:pt>
    <dgm:pt modelId="{2143AE64-7B49-4018-AC38-B2B7C4A26500}" type="parTrans" cxnId="{5BAB9BCC-8848-4C26-9BC5-AECC38A5ECB4}">
      <dgm:prSet/>
      <dgm:spPr/>
      <dgm:t>
        <a:bodyPr/>
        <a:lstStyle/>
        <a:p>
          <a:endParaRPr lang="en-US"/>
        </a:p>
      </dgm:t>
    </dgm:pt>
    <dgm:pt modelId="{016F3C81-2A5F-4EB1-9233-0CBA6D58F7A4}" type="sibTrans" cxnId="{5BAB9BCC-8848-4C26-9BC5-AECC38A5ECB4}">
      <dgm:prSet/>
      <dgm:spPr/>
      <dgm:t>
        <a:bodyPr/>
        <a:lstStyle/>
        <a:p>
          <a:endParaRPr lang="en-US"/>
        </a:p>
      </dgm:t>
    </dgm:pt>
    <dgm:pt modelId="{960C293F-5BB3-422D-AFF4-B81DE4A03566}">
      <dgm:prSet/>
      <dgm:spPr/>
      <dgm:t>
        <a:bodyPr/>
        <a:lstStyle/>
        <a:p>
          <a:r>
            <a:rPr lang="en-US"/>
            <a:t>Ana</a:t>
          </a:r>
          <a:endParaRPr lang="en-US" dirty="0"/>
        </a:p>
      </dgm:t>
    </dgm:pt>
    <dgm:pt modelId="{3D54C04C-262F-4C1E-8816-5976D74666A5}" type="parTrans" cxnId="{354288AC-7CEB-428D-95C3-5048F0EA8E26}">
      <dgm:prSet/>
      <dgm:spPr/>
      <dgm:t>
        <a:bodyPr/>
        <a:lstStyle/>
        <a:p>
          <a:endParaRPr lang="pt-BR"/>
        </a:p>
      </dgm:t>
    </dgm:pt>
    <dgm:pt modelId="{4DE4CE0A-C938-444D-B6DD-E964A268B5EC}" type="sibTrans" cxnId="{354288AC-7CEB-428D-95C3-5048F0EA8E26}">
      <dgm:prSet/>
      <dgm:spPr/>
      <dgm:t>
        <a:bodyPr/>
        <a:lstStyle/>
        <a:p>
          <a:endParaRPr lang="pt-BR"/>
        </a:p>
      </dgm:t>
    </dgm:pt>
    <dgm:pt modelId="{2E645617-71E5-4CBC-A8B5-855591F3929D}" type="pres">
      <dgm:prSet presAssocID="{AFDA2BB9-9482-4F6C-82B3-AF81767B351E}" presName="vert0" presStyleCnt="0">
        <dgm:presLayoutVars>
          <dgm:dir/>
          <dgm:animOne val="branch"/>
          <dgm:animLvl val="lvl"/>
        </dgm:presLayoutVars>
      </dgm:prSet>
      <dgm:spPr/>
    </dgm:pt>
    <dgm:pt modelId="{AE5F5218-BE30-4C64-98D7-744682EB71E4}" type="pres">
      <dgm:prSet presAssocID="{6267C2A0-1EDE-4799-AC0C-12DB53B02DD3}" presName="thickLine" presStyleLbl="alignNode1" presStyleIdx="0" presStyleCnt="6"/>
      <dgm:spPr/>
    </dgm:pt>
    <dgm:pt modelId="{C2F95EF0-A97C-497C-A510-04902ADB7B24}" type="pres">
      <dgm:prSet presAssocID="{6267C2A0-1EDE-4799-AC0C-12DB53B02DD3}" presName="horz1" presStyleCnt="0"/>
      <dgm:spPr/>
    </dgm:pt>
    <dgm:pt modelId="{B1FB7F43-F098-45E7-B914-18D3EDADFFE5}" type="pres">
      <dgm:prSet presAssocID="{6267C2A0-1EDE-4799-AC0C-12DB53B02DD3}" presName="tx1" presStyleLbl="revTx" presStyleIdx="0" presStyleCnt="6"/>
      <dgm:spPr/>
    </dgm:pt>
    <dgm:pt modelId="{BE046526-BAA8-4483-A0CA-7ED69CBBC758}" type="pres">
      <dgm:prSet presAssocID="{6267C2A0-1EDE-4799-AC0C-12DB53B02DD3}" presName="vert1" presStyleCnt="0"/>
      <dgm:spPr/>
    </dgm:pt>
    <dgm:pt modelId="{89321CE6-E54A-48D7-91D9-B59B389D7CB6}" type="pres">
      <dgm:prSet presAssocID="{36DF9D4C-800D-44D8-900E-88140CC70C15}" presName="thickLine" presStyleLbl="alignNode1" presStyleIdx="1" presStyleCnt="6"/>
      <dgm:spPr/>
    </dgm:pt>
    <dgm:pt modelId="{D005BE8D-56F4-48DD-A757-425513B5ECD1}" type="pres">
      <dgm:prSet presAssocID="{36DF9D4C-800D-44D8-900E-88140CC70C15}" presName="horz1" presStyleCnt="0"/>
      <dgm:spPr/>
    </dgm:pt>
    <dgm:pt modelId="{EDE1982D-55A1-45AA-B425-594CF7B94EC9}" type="pres">
      <dgm:prSet presAssocID="{36DF9D4C-800D-44D8-900E-88140CC70C15}" presName="tx1" presStyleLbl="revTx" presStyleIdx="1" presStyleCnt="6"/>
      <dgm:spPr/>
    </dgm:pt>
    <dgm:pt modelId="{66E6FEC8-620D-4D3F-88DB-CD0337B37834}" type="pres">
      <dgm:prSet presAssocID="{36DF9D4C-800D-44D8-900E-88140CC70C15}" presName="vert1" presStyleCnt="0"/>
      <dgm:spPr/>
    </dgm:pt>
    <dgm:pt modelId="{D70C99FE-486A-4BCE-81D5-13F56F78D6EC}" type="pres">
      <dgm:prSet presAssocID="{7323FC8E-B641-4542-9950-B044F370406D}" presName="thickLine" presStyleLbl="alignNode1" presStyleIdx="2" presStyleCnt="6"/>
      <dgm:spPr/>
    </dgm:pt>
    <dgm:pt modelId="{108007B1-8B0A-4462-9646-CF23F6C38C84}" type="pres">
      <dgm:prSet presAssocID="{7323FC8E-B641-4542-9950-B044F370406D}" presName="horz1" presStyleCnt="0"/>
      <dgm:spPr/>
    </dgm:pt>
    <dgm:pt modelId="{36B8A82D-D969-4FFE-9F2E-01A46C1F3630}" type="pres">
      <dgm:prSet presAssocID="{7323FC8E-B641-4542-9950-B044F370406D}" presName="tx1" presStyleLbl="revTx" presStyleIdx="2" presStyleCnt="6"/>
      <dgm:spPr/>
    </dgm:pt>
    <dgm:pt modelId="{55C90214-A99B-4D7A-AC6D-2A2420B598A1}" type="pres">
      <dgm:prSet presAssocID="{7323FC8E-B641-4542-9950-B044F370406D}" presName="vert1" presStyleCnt="0"/>
      <dgm:spPr/>
    </dgm:pt>
    <dgm:pt modelId="{717F75A0-1BB8-4ED9-986B-DE2BD2962C7B}" type="pres">
      <dgm:prSet presAssocID="{3FDDA232-7E67-461E-87ED-43B5F7F7DD75}" presName="thickLine" presStyleLbl="alignNode1" presStyleIdx="3" presStyleCnt="6"/>
      <dgm:spPr/>
    </dgm:pt>
    <dgm:pt modelId="{0A480B5E-AF57-4E21-BFA1-AE53DCCEEA5D}" type="pres">
      <dgm:prSet presAssocID="{3FDDA232-7E67-461E-87ED-43B5F7F7DD75}" presName="horz1" presStyleCnt="0"/>
      <dgm:spPr/>
    </dgm:pt>
    <dgm:pt modelId="{9806C6D5-F3E0-4A72-979E-79EC9829E091}" type="pres">
      <dgm:prSet presAssocID="{3FDDA232-7E67-461E-87ED-43B5F7F7DD75}" presName="tx1" presStyleLbl="revTx" presStyleIdx="3" presStyleCnt="6"/>
      <dgm:spPr/>
    </dgm:pt>
    <dgm:pt modelId="{71C05402-BC17-4631-987C-411641A3E8C7}" type="pres">
      <dgm:prSet presAssocID="{3FDDA232-7E67-461E-87ED-43B5F7F7DD75}" presName="vert1" presStyleCnt="0"/>
      <dgm:spPr/>
    </dgm:pt>
    <dgm:pt modelId="{698686E5-F298-4CF2-B693-017B07F4B531}" type="pres">
      <dgm:prSet presAssocID="{535C9A3A-A785-4862-AF1E-D088A8559979}" presName="thickLine" presStyleLbl="alignNode1" presStyleIdx="4" presStyleCnt="6"/>
      <dgm:spPr/>
    </dgm:pt>
    <dgm:pt modelId="{3D2FE912-E066-473D-9981-0DA3AF4129B8}" type="pres">
      <dgm:prSet presAssocID="{535C9A3A-A785-4862-AF1E-D088A8559979}" presName="horz1" presStyleCnt="0"/>
      <dgm:spPr/>
    </dgm:pt>
    <dgm:pt modelId="{122CDB42-AD83-47E8-9966-6FB9B21F93A9}" type="pres">
      <dgm:prSet presAssocID="{535C9A3A-A785-4862-AF1E-D088A8559979}" presName="tx1" presStyleLbl="revTx" presStyleIdx="4" presStyleCnt="6"/>
      <dgm:spPr/>
    </dgm:pt>
    <dgm:pt modelId="{FF80E210-B246-4BBB-B21F-86F0EF082CB0}" type="pres">
      <dgm:prSet presAssocID="{535C9A3A-A785-4862-AF1E-D088A8559979}" presName="vert1" presStyleCnt="0"/>
      <dgm:spPr/>
    </dgm:pt>
    <dgm:pt modelId="{6635B49E-0CED-4C2C-9EA9-9B4294576475}" type="pres">
      <dgm:prSet presAssocID="{960C293F-5BB3-422D-AFF4-B81DE4A03566}" presName="thickLine" presStyleLbl="alignNode1" presStyleIdx="5" presStyleCnt="6"/>
      <dgm:spPr/>
    </dgm:pt>
    <dgm:pt modelId="{5475540C-9250-4AB3-9872-DC5EA191BD54}" type="pres">
      <dgm:prSet presAssocID="{960C293F-5BB3-422D-AFF4-B81DE4A03566}" presName="horz1" presStyleCnt="0"/>
      <dgm:spPr/>
    </dgm:pt>
    <dgm:pt modelId="{9DE96E79-0B1F-48BA-B89B-CC1CD818B45F}" type="pres">
      <dgm:prSet presAssocID="{960C293F-5BB3-422D-AFF4-B81DE4A03566}" presName="tx1" presStyleLbl="revTx" presStyleIdx="5" presStyleCnt="6"/>
      <dgm:spPr/>
    </dgm:pt>
    <dgm:pt modelId="{BBA1358D-FD94-418E-AB7C-F1915CF9B676}" type="pres">
      <dgm:prSet presAssocID="{960C293F-5BB3-422D-AFF4-B81DE4A03566}" presName="vert1" presStyleCnt="0"/>
      <dgm:spPr/>
    </dgm:pt>
  </dgm:ptLst>
  <dgm:cxnLst>
    <dgm:cxn modelId="{3D7DD027-AA05-43BE-8F4A-064281EACC32}" type="presOf" srcId="{36DF9D4C-800D-44D8-900E-88140CC70C15}" destId="{EDE1982D-55A1-45AA-B425-594CF7B94EC9}" srcOrd="0" destOrd="0" presId="urn:microsoft.com/office/officeart/2008/layout/LinedList"/>
    <dgm:cxn modelId="{F1B39331-BCDE-4160-9941-3B3ABBF2BBD4}" srcId="{AFDA2BB9-9482-4F6C-82B3-AF81767B351E}" destId="{6267C2A0-1EDE-4799-AC0C-12DB53B02DD3}" srcOrd="0" destOrd="0" parTransId="{B277001C-5CF5-47BB-8FB6-03EE74D36B0F}" sibTransId="{9B28B053-D2B5-4E29-A322-307F38BE69CE}"/>
    <dgm:cxn modelId="{93978F42-B454-40B8-8FE4-2B1D6E15BEB9}" srcId="{AFDA2BB9-9482-4F6C-82B3-AF81767B351E}" destId="{7323FC8E-B641-4542-9950-B044F370406D}" srcOrd="2" destOrd="0" parTransId="{A339398D-5614-4A86-9001-B88E7B8A3D47}" sibTransId="{828BED10-29B1-4ED9-BBB2-36741C378804}"/>
    <dgm:cxn modelId="{BA735B56-56BE-4080-A4D0-5119F593D3AB}" type="presOf" srcId="{6267C2A0-1EDE-4799-AC0C-12DB53B02DD3}" destId="{B1FB7F43-F098-45E7-B914-18D3EDADFFE5}" srcOrd="0" destOrd="0" presId="urn:microsoft.com/office/officeart/2008/layout/LinedList"/>
    <dgm:cxn modelId="{502C465A-1EA3-4F49-A854-87E22EF0EEA8}" type="presOf" srcId="{3FDDA232-7E67-461E-87ED-43B5F7F7DD75}" destId="{9806C6D5-F3E0-4A72-979E-79EC9829E091}" srcOrd="0" destOrd="0" presId="urn:microsoft.com/office/officeart/2008/layout/LinedList"/>
    <dgm:cxn modelId="{6ED36B7D-BDB5-4F5F-A66B-4B822362F74C}" type="presOf" srcId="{535C9A3A-A785-4862-AF1E-D088A8559979}" destId="{122CDB42-AD83-47E8-9966-6FB9B21F93A9}" srcOrd="0" destOrd="0" presId="urn:microsoft.com/office/officeart/2008/layout/LinedList"/>
    <dgm:cxn modelId="{0977D185-5E3A-45ED-9E3A-9653D9806EA2}" type="presOf" srcId="{960C293F-5BB3-422D-AFF4-B81DE4A03566}" destId="{9DE96E79-0B1F-48BA-B89B-CC1CD818B45F}" srcOrd="0" destOrd="0" presId="urn:microsoft.com/office/officeart/2008/layout/LinedList"/>
    <dgm:cxn modelId="{6CF6C98E-ED3A-4DA4-B1EF-D37928BC39E2}" srcId="{AFDA2BB9-9482-4F6C-82B3-AF81767B351E}" destId="{36DF9D4C-800D-44D8-900E-88140CC70C15}" srcOrd="1" destOrd="0" parTransId="{A634C1DA-1328-4B43-A2AB-6FBB65A92498}" sibTransId="{C167E1F8-7C26-44E4-B410-CE521F78EBD2}"/>
    <dgm:cxn modelId="{354288AC-7CEB-428D-95C3-5048F0EA8E26}" srcId="{AFDA2BB9-9482-4F6C-82B3-AF81767B351E}" destId="{960C293F-5BB3-422D-AFF4-B81DE4A03566}" srcOrd="5" destOrd="0" parTransId="{3D54C04C-262F-4C1E-8816-5976D74666A5}" sibTransId="{4DE4CE0A-C938-444D-B6DD-E964A268B5EC}"/>
    <dgm:cxn modelId="{76156FB7-AF26-41DF-ABDC-DDF0FCC04BB0}" type="presOf" srcId="{7323FC8E-B641-4542-9950-B044F370406D}" destId="{36B8A82D-D969-4FFE-9F2E-01A46C1F3630}" srcOrd="0" destOrd="0" presId="urn:microsoft.com/office/officeart/2008/layout/LinedList"/>
    <dgm:cxn modelId="{BC013EC3-6F49-40A9-9C54-BA3B9789AC61}" type="presOf" srcId="{AFDA2BB9-9482-4F6C-82B3-AF81767B351E}" destId="{2E645617-71E5-4CBC-A8B5-855591F3929D}" srcOrd="0" destOrd="0" presId="urn:microsoft.com/office/officeart/2008/layout/LinedList"/>
    <dgm:cxn modelId="{5BAB9BCC-8848-4C26-9BC5-AECC38A5ECB4}" srcId="{AFDA2BB9-9482-4F6C-82B3-AF81767B351E}" destId="{535C9A3A-A785-4862-AF1E-D088A8559979}" srcOrd="4" destOrd="0" parTransId="{2143AE64-7B49-4018-AC38-B2B7C4A26500}" sibTransId="{016F3C81-2A5F-4EB1-9233-0CBA6D58F7A4}"/>
    <dgm:cxn modelId="{E0BA00EB-62EC-460B-B4B8-9313A6C2C790}" srcId="{AFDA2BB9-9482-4F6C-82B3-AF81767B351E}" destId="{3FDDA232-7E67-461E-87ED-43B5F7F7DD75}" srcOrd="3" destOrd="0" parTransId="{2A7D6B93-A53A-4E5E-9095-DD87C79B0557}" sibTransId="{86F90234-6B8C-445C-A69B-CBFF0C5ECD70}"/>
    <dgm:cxn modelId="{0C3B807A-01EE-4586-BC8B-3CFD903CD7CC}" type="presParOf" srcId="{2E645617-71E5-4CBC-A8B5-855591F3929D}" destId="{AE5F5218-BE30-4C64-98D7-744682EB71E4}" srcOrd="0" destOrd="0" presId="urn:microsoft.com/office/officeart/2008/layout/LinedList"/>
    <dgm:cxn modelId="{5C01AE9C-55E3-45D9-A889-CDE091C3875C}" type="presParOf" srcId="{2E645617-71E5-4CBC-A8B5-855591F3929D}" destId="{C2F95EF0-A97C-497C-A510-04902ADB7B24}" srcOrd="1" destOrd="0" presId="urn:microsoft.com/office/officeart/2008/layout/LinedList"/>
    <dgm:cxn modelId="{312B3AB3-DAEB-4E47-BB75-B4D2A7A974FE}" type="presParOf" srcId="{C2F95EF0-A97C-497C-A510-04902ADB7B24}" destId="{B1FB7F43-F098-45E7-B914-18D3EDADFFE5}" srcOrd="0" destOrd="0" presId="urn:microsoft.com/office/officeart/2008/layout/LinedList"/>
    <dgm:cxn modelId="{26FE63B1-BD31-4D5E-B88E-60D32EE658A5}" type="presParOf" srcId="{C2F95EF0-A97C-497C-A510-04902ADB7B24}" destId="{BE046526-BAA8-4483-A0CA-7ED69CBBC758}" srcOrd="1" destOrd="0" presId="urn:microsoft.com/office/officeart/2008/layout/LinedList"/>
    <dgm:cxn modelId="{F11A3B9C-DFFB-4CB6-AB95-C8026A52DD14}" type="presParOf" srcId="{2E645617-71E5-4CBC-A8B5-855591F3929D}" destId="{89321CE6-E54A-48D7-91D9-B59B389D7CB6}" srcOrd="2" destOrd="0" presId="urn:microsoft.com/office/officeart/2008/layout/LinedList"/>
    <dgm:cxn modelId="{391377B1-A59D-4F95-945C-63497D9FF641}" type="presParOf" srcId="{2E645617-71E5-4CBC-A8B5-855591F3929D}" destId="{D005BE8D-56F4-48DD-A757-425513B5ECD1}" srcOrd="3" destOrd="0" presId="urn:microsoft.com/office/officeart/2008/layout/LinedList"/>
    <dgm:cxn modelId="{DA441A09-547C-4583-AC7C-49311136AF57}" type="presParOf" srcId="{D005BE8D-56F4-48DD-A757-425513B5ECD1}" destId="{EDE1982D-55A1-45AA-B425-594CF7B94EC9}" srcOrd="0" destOrd="0" presId="urn:microsoft.com/office/officeart/2008/layout/LinedList"/>
    <dgm:cxn modelId="{CBD3D34E-3DCF-4AD4-974E-AE7642953139}" type="presParOf" srcId="{D005BE8D-56F4-48DD-A757-425513B5ECD1}" destId="{66E6FEC8-620D-4D3F-88DB-CD0337B37834}" srcOrd="1" destOrd="0" presId="urn:microsoft.com/office/officeart/2008/layout/LinedList"/>
    <dgm:cxn modelId="{E53EC4CB-9D3A-4037-9941-4DE49A6DA975}" type="presParOf" srcId="{2E645617-71E5-4CBC-A8B5-855591F3929D}" destId="{D70C99FE-486A-4BCE-81D5-13F56F78D6EC}" srcOrd="4" destOrd="0" presId="urn:microsoft.com/office/officeart/2008/layout/LinedList"/>
    <dgm:cxn modelId="{2D0D5596-5229-4365-8BF2-E02BE9B64181}" type="presParOf" srcId="{2E645617-71E5-4CBC-A8B5-855591F3929D}" destId="{108007B1-8B0A-4462-9646-CF23F6C38C84}" srcOrd="5" destOrd="0" presId="urn:microsoft.com/office/officeart/2008/layout/LinedList"/>
    <dgm:cxn modelId="{3D2714C7-C6CF-4836-937A-EA40AA147C4E}" type="presParOf" srcId="{108007B1-8B0A-4462-9646-CF23F6C38C84}" destId="{36B8A82D-D969-4FFE-9F2E-01A46C1F3630}" srcOrd="0" destOrd="0" presId="urn:microsoft.com/office/officeart/2008/layout/LinedList"/>
    <dgm:cxn modelId="{A61C997F-63CE-4717-A6F0-5F3F0A6335F1}" type="presParOf" srcId="{108007B1-8B0A-4462-9646-CF23F6C38C84}" destId="{55C90214-A99B-4D7A-AC6D-2A2420B598A1}" srcOrd="1" destOrd="0" presId="urn:microsoft.com/office/officeart/2008/layout/LinedList"/>
    <dgm:cxn modelId="{C351CC74-8D21-44EF-B741-9BD976712E16}" type="presParOf" srcId="{2E645617-71E5-4CBC-A8B5-855591F3929D}" destId="{717F75A0-1BB8-4ED9-986B-DE2BD2962C7B}" srcOrd="6" destOrd="0" presId="urn:microsoft.com/office/officeart/2008/layout/LinedList"/>
    <dgm:cxn modelId="{C63EABCE-3DD8-45D8-89D3-0F2B155258EC}" type="presParOf" srcId="{2E645617-71E5-4CBC-A8B5-855591F3929D}" destId="{0A480B5E-AF57-4E21-BFA1-AE53DCCEEA5D}" srcOrd="7" destOrd="0" presId="urn:microsoft.com/office/officeart/2008/layout/LinedList"/>
    <dgm:cxn modelId="{E97AF89A-5466-4DA0-9E27-2E84BF6D819C}" type="presParOf" srcId="{0A480B5E-AF57-4E21-BFA1-AE53DCCEEA5D}" destId="{9806C6D5-F3E0-4A72-979E-79EC9829E091}" srcOrd="0" destOrd="0" presId="urn:microsoft.com/office/officeart/2008/layout/LinedList"/>
    <dgm:cxn modelId="{E54ACF9E-7702-42D2-A16A-1FA2D5ED959B}" type="presParOf" srcId="{0A480B5E-AF57-4E21-BFA1-AE53DCCEEA5D}" destId="{71C05402-BC17-4631-987C-411641A3E8C7}" srcOrd="1" destOrd="0" presId="urn:microsoft.com/office/officeart/2008/layout/LinedList"/>
    <dgm:cxn modelId="{2DDF75F6-CA87-497A-90A3-355EE26BE8CB}" type="presParOf" srcId="{2E645617-71E5-4CBC-A8B5-855591F3929D}" destId="{698686E5-F298-4CF2-B693-017B07F4B531}" srcOrd="8" destOrd="0" presId="urn:microsoft.com/office/officeart/2008/layout/LinedList"/>
    <dgm:cxn modelId="{714927A2-5937-4C6C-A556-AC986F050C80}" type="presParOf" srcId="{2E645617-71E5-4CBC-A8B5-855591F3929D}" destId="{3D2FE912-E066-473D-9981-0DA3AF4129B8}" srcOrd="9" destOrd="0" presId="urn:microsoft.com/office/officeart/2008/layout/LinedList"/>
    <dgm:cxn modelId="{5AE726FC-F485-4F05-9E6C-EE59F50B2D61}" type="presParOf" srcId="{3D2FE912-E066-473D-9981-0DA3AF4129B8}" destId="{122CDB42-AD83-47E8-9966-6FB9B21F93A9}" srcOrd="0" destOrd="0" presId="urn:microsoft.com/office/officeart/2008/layout/LinedList"/>
    <dgm:cxn modelId="{E3FAF8AE-4437-4FE4-9D0F-50D6E029C04F}" type="presParOf" srcId="{3D2FE912-E066-473D-9981-0DA3AF4129B8}" destId="{FF80E210-B246-4BBB-B21F-86F0EF082CB0}" srcOrd="1" destOrd="0" presId="urn:microsoft.com/office/officeart/2008/layout/LinedList"/>
    <dgm:cxn modelId="{9708D40C-16BF-4EC3-83E9-A88F05418829}" type="presParOf" srcId="{2E645617-71E5-4CBC-A8B5-855591F3929D}" destId="{6635B49E-0CED-4C2C-9EA9-9B4294576475}" srcOrd="10" destOrd="0" presId="urn:microsoft.com/office/officeart/2008/layout/LinedList"/>
    <dgm:cxn modelId="{8523E77D-721C-4BE9-AF24-3826B24DB7D2}" type="presParOf" srcId="{2E645617-71E5-4CBC-A8B5-855591F3929D}" destId="{5475540C-9250-4AB3-9872-DC5EA191BD54}" srcOrd="11" destOrd="0" presId="urn:microsoft.com/office/officeart/2008/layout/LinedList"/>
    <dgm:cxn modelId="{EAEADA6E-7CCA-4F79-97A6-AC647AB7C501}" type="presParOf" srcId="{5475540C-9250-4AB3-9872-DC5EA191BD54}" destId="{9DE96E79-0B1F-48BA-B89B-CC1CD818B45F}" srcOrd="0" destOrd="0" presId="urn:microsoft.com/office/officeart/2008/layout/LinedList"/>
    <dgm:cxn modelId="{0D79EF56-8C1F-4AC4-AB25-DE888EE33936}" type="presParOf" srcId="{5475540C-9250-4AB3-9872-DC5EA191BD54}" destId="{BBA1358D-FD94-418E-AB7C-F1915CF9B67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5F5218-BE30-4C64-98D7-744682EB71E4}">
      <dsp:nvSpPr>
        <dsp:cNvPr id="0" name=""/>
        <dsp:cNvSpPr/>
      </dsp:nvSpPr>
      <dsp:spPr>
        <a:xfrm>
          <a:off x="0" y="2663"/>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1FB7F43-F098-45E7-B914-18D3EDADFFE5}">
      <dsp:nvSpPr>
        <dsp:cNvPr id="0" name=""/>
        <dsp:cNvSpPr/>
      </dsp:nvSpPr>
      <dsp:spPr>
        <a:xfrm>
          <a:off x="0" y="2663"/>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pt-BR" sz="4100" kern="1200"/>
            <a:t>Rochele</a:t>
          </a:r>
          <a:endParaRPr lang="en-US" sz="4100" kern="1200"/>
        </a:p>
      </dsp:txBody>
      <dsp:txXfrm>
        <a:off x="0" y="2663"/>
        <a:ext cx="6666833" cy="908098"/>
      </dsp:txXfrm>
    </dsp:sp>
    <dsp:sp modelId="{89321CE6-E54A-48D7-91D9-B59B389D7CB6}">
      <dsp:nvSpPr>
        <dsp:cNvPr id="0" name=""/>
        <dsp:cNvSpPr/>
      </dsp:nvSpPr>
      <dsp:spPr>
        <a:xfrm>
          <a:off x="0" y="910762"/>
          <a:ext cx="6666833" cy="0"/>
        </a:xfrm>
        <a:prstGeom prst="line">
          <a:avLst/>
        </a:prstGeom>
        <a:gradFill rotWithShape="0">
          <a:gsLst>
            <a:gs pos="0">
              <a:schemeClr val="accent2">
                <a:hueOff val="1288723"/>
                <a:satOff val="-3699"/>
                <a:lumOff val="-5922"/>
                <a:alphaOff val="0"/>
                <a:satMod val="103000"/>
                <a:lumMod val="102000"/>
                <a:tint val="94000"/>
              </a:schemeClr>
            </a:gs>
            <a:gs pos="50000">
              <a:schemeClr val="accent2">
                <a:hueOff val="1288723"/>
                <a:satOff val="-3699"/>
                <a:lumOff val="-5922"/>
                <a:alphaOff val="0"/>
                <a:satMod val="110000"/>
                <a:lumMod val="100000"/>
                <a:shade val="100000"/>
              </a:schemeClr>
            </a:gs>
            <a:gs pos="100000">
              <a:schemeClr val="accent2">
                <a:hueOff val="1288723"/>
                <a:satOff val="-3699"/>
                <a:lumOff val="-5922"/>
                <a:alphaOff val="0"/>
                <a:lumMod val="99000"/>
                <a:satMod val="120000"/>
                <a:shade val="78000"/>
              </a:schemeClr>
            </a:gs>
          </a:gsLst>
          <a:lin ang="5400000" scaled="0"/>
        </a:gradFill>
        <a:ln w="12700" cap="flat" cmpd="sng" algn="ctr">
          <a:solidFill>
            <a:schemeClr val="accent2">
              <a:hueOff val="1288723"/>
              <a:satOff val="-3699"/>
              <a:lumOff val="-592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DE1982D-55A1-45AA-B425-594CF7B94EC9}">
      <dsp:nvSpPr>
        <dsp:cNvPr id="0" name=""/>
        <dsp:cNvSpPr/>
      </dsp:nvSpPr>
      <dsp:spPr>
        <a:xfrm>
          <a:off x="0" y="910762"/>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pt-BR" sz="4100" kern="1200"/>
            <a:t>Hélio</a:t>
          </a:r>
          <a:endParaRPr lang="en-US" sz="4100" kern="1200"/>
        </a:p>
      </dsp:txBody>
      <dsp:txXfrm>
        <a:off x="0" y="910762"/>
        <a:ext cx="6666833" cy="908098"/>
      </dsp:txXfrm>
    </dsp:sp>
    <dsp:sp modelId="{D70C99FE-486A-4BCE-81D5-13F56F78D6EC}">
      <dsp:nvSpPr>
        <dsp:cNvPr id="0" name=""/>
        <dsp:cNvSpPr/>
      </dsp:nvSpPr>
      <dsp:spPr>
        <a:xfrm>
          <a:off x="0" y="1818861"/>
          <a:ext cx="6666833" cy="0"/>
        </a:xfrm>
        <a:prstGeom prst="line">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w="12700" cap="flat" cmpd="sng" algn="ctr">
          <a:solidFill>
            <a:schemeClr val="accent2">
              <a:hueOff val="2577445"/>
              <a:satOff val="-7397"/>
              <a:lumOff val="-1184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6B8A82D-D969-4FFE-9F2E-01A46C1F3630}">
      <dsp:nvSpPr>
        <dsp:cNvPr id="0" name=""/>
        <dsp:cNvSpPr/>
      </dsp:nvSpPr>
      <dsp:spPr>
        <a:xfrm>
          <a:off x="0" y="1818861"/>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pt-BR" sz="4100" kern="1200"/>
            <a:t>Flavio</a:t>
          </a:r>
          <a:endParaRPr lang="en-US" sz="4100" kern="1200"/>
        </a:p>
      </dsp:txBody>
      <dsp:txXfrm>
        <a:off x="0" y="1818861"/>
        <a:ext cx="6666833" cy="908098"/>
      </dsp:txXfrm>
    </dsp:sp>
    <dsp:sp modelId="{717F75A0-1BB8-4ED9-986B-DE2BD2962C7B}">
      <dsp:nvSpPr>
        <dsp:cNvPr id="0" name=""/>
        <dsp:cNvSpPr/>
      </dsp:nvSpPr>
      <dsp:spPr>
        <a:xfrm>
          <a:off x="0" y="2726960"/>
          <a:ext cx="6666833" cy="0"/>
        </a:xfrm>
        <a:prstGeom prst="line">
          <a:avLst/>
        </a:prstGeom>
        <a:gradFill rotWithShape="0">
          <a:gsLst>
            <a:gs pos="0">
              <a:schemeClr val="accent2">
                <a:hueOff val="3866169"/>
                <a:satOff val="-11096"/>
                <a:lumOff val="-17765"/>
                <a:alphaOff val="0"/>
                <a:satMod val="103000"/>
                <a:lumMod val="102000"/>
                <a:tint val="94000"/>
              </a:schemeClr>
            </a:gs>
            <a:gs pos="50000">
              <a:schemeClr val="accent2">
                <a:hueOff val="3866169"/>
                <a:satOff val="-11096"/>
                <a:lumOff val="-17765"/>
                <a:alphaOff val="0"/>
                <a:satMod val="110000"/>
                <a:lumMod val="100000"/>
                <a:shade val="100000"/>
              </a:schemeClr>
            </a:gs>
            <a:gs pos="100000">
              <a:schemeClr val="accent2">
                <a:hueOff val="3866169"/>
                <a:satOff val="-11096"/>
                <a:lumOff val="-17765"/>
                <a:alphaOff val="0"/>
                <a:lumMod val="99000"/>
                <a:satMod val="120000"/>
                <a:shade val="78000"/>
              </a:schemeClr>
            </a:gs>
          </a:gsLst>
          <a:lin ang="5400000" scaled="0"/>
        </a:gradFill>
        <a:ln w="12700" cap="flat" cmpd="sng" algn="ctr">
          <a:solidFill>
            <a:schemeClr val="accent2">
              <a:hueOff val="3866169"/>
              <a:satOff val="-11096"/>
              <a:lumOff val="-17765"/>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806C6D5-F3E0-4A72-979E-79EC9829E091}">
      <dsp:nvSpPr>
        <dsp:cNvPr id="0" name=""/>
        <dsp:cNvSpPr/>
      </dsp:nvSpPr>
      <dsp:spPr>
        <a:xfrm>
          <a:off x="0" y="2726960"/>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pt-BR" sz="4100" kern="1200"/>
            <a:t>Pedro</a:t>
          </a:r>
          <a:endParaRPr lang="en-US" sz="4100" kern="1200"/>
        </a:p>
      </dsp:txBody>
      <dsp:txXfrm>
        <a:off x="0" y="2726960"/>
        <a:ext cx="6666833" cy="908098"/>
      </dsp:txXfrm>
    </dsp:sp>
    <dsp:sp modelId="{698686E5-F298-4CF2-B693-017B07F4B531}">
      <dsp:nvSpPr>
        <dsp:cNvPr id="0" name=""/>
        <dsp:cNvSpPr/>
      </dsp:nvSpPr>
      <dsp:spPr>
        <a:xfrm>
          <a:off x="0" y="3635058"/>
          <a:ext cx="6666833" cy="0"/>
        </a:xfrm>
        <a:prstGeom prst="line">
          <a:avLst/>
        </a:prstGeom>
        <a:gradFill rotWithShape="0">
          <a:gsLst>
            <a:gs pos="0">
              <a:schemeClr val="accent2">
                <a:hueOff val="5154891"/>
                <a:satOff val="-14794"/>
                <a:lumOff val="-23687"/>
                <a:alphaOff val="0"/>
                <a:satMod val="103000"/>
                <a:lumMod val="102000"/>
                <a:tint val="94000"/>
              </a:schemeClr>
            </a:gs>
            <a:gs pos="50000">
              <a:schemeClr val="accent2">
                <a:hueOff val="5154891"/>
                <a:satOff val="-14794"/>
                <a:lumOff val="-23687"/>
                <a:alphaOff val="0"/>
                <a:satMod val="110000"/>
                <a:lumMod val="100000"/>
                <a:shade val="100000"/>
              </a:schemeClr>
            </a:gs>
            <a:gs pos="100000">
              <a:schemeClr val="accent2">
                <a:hueOff val="5154891"/>
                <a:satOff val="-14794"/>
                <a:lumOff val="-23687"/>
                <a:alphaOff val="0"/>
                <a:lumMod val="99000"/>
                <a:satMod val="120000"/>
                <a:shade val="78000"/>
              </a:schemeClr>
            </a:gs>
          </a:gsLst>
          <a:lin ang="5400000" scaled="0"/>
        </a:gradFill>
        <a:ln w="12700" cap="flat" cmpd="sng" algn="ctr">
          <a:solidFill>
            <a:schemeClr val="accent2">
              <a:hueOff val="5154891"/>
              <a:satOff val="-14794"/>
              <a:lumOff val="-23687"/>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22CDB42-AD83-47E8-9966-6FB9B21F93A9}">
      <dsp:nvSpPr>
        <dsp:cNvPr id="0" name=""/>
        <dsp:cNvSpPr/>
      </dsp:nvSpPr>
      <dsp:spPr>
        <a:xfrm>
          <a:off x="0" y="3635058"/>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pt-BR" sz="4100" kern="1200" dirty="0"/>
            <a:t>Vagner </a:t>
          </a:r>
          <a:endParaRPr lang="en-US" sz="4100" kern="1200" dirty="0"/>
        </a:p>
      </dsp:txBody>
      <dsp:txXfrm>
        <a:off x="0" y="3635058"/>
        <a:ext cx="6666833" cy="908098"/>
      </dsp:txXfrm>
    </dsp:sp>
    <dsp:sp modelId="{6635B49E-0CED-4C2C-9EA9-9B4294576475}">
      <dsp:nvSpPr>
        <dsp:cNvPr id="0" name=""/>
        <dsp:cNvSpPr/>
      </dsp:nvSpPr>
      <dsp:spPr>
        <a:xfrm>
          <a:off x="0" y="4543157"/>
          <a:ext cx="6666833" cy="0"/>
        </a:xfrm>
        <a:prstGeom prst="line">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DE96E79-0B1F-48BA-B89B-CC1CD818B45F}">
      <dsp:nvSpPr>
        <dsp:cNvPr id="0" name=""/>
        <dsp:cNvSpPr/>
      </dsp:nvSpPr>
      <dsp:spPr>
        <a:xfrm>
          <a:off x="0" y="4543157"/>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en-US" sz="4100" kern="1200"/>
            <a:t>Ana</a:t>
          </a:r>
          <a:endParaRPr lang="en-US" sz="4100" kern="1200" dirty="0"/>
        </a:p>
      </dsp:txBody>
      <dsp:txXfrm>
        <a:off x="0" y="4543157"/>
        <a:ext cx="6666833" cy="90809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9E1061-13C9-957C-367B-41A438E74BB5}"/>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711CE956-EB1B-8BDC-F86A-C7363B9A88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6C4B41E5-CD58-DB73-4B95-4776F415F6E3}"/>
              </a:ext>
            </a:extLst>
          </p:cNvPr>
          <p:cNvSpPr>
            <a:spLocks noGrp="1"/>
          </p:cNvSpPr>
          <p:nvPr>
            <p:ph type="dt" sz="half" idx="10"/>
          </p:nvPr>
        </p:nvSpPr>
        <p:spPr/>
        <p:txBody>
          <a:bodyPr/>
          <a:lstStyle/>
          <a:p>
            <a:fld id="{ACF319D4-F0F6-405D-AF83-0E6930D6E080}" type="datetimeFigureOut">
              <a:rPr lang="pt-BR" smtClean="0"/>
              <a:t>11/04/2026</a:t>
            </a:fld>
            <a:endParaRPr lang="pt-BR"/>
          </a:p>
        </p:txBody>
      </p:sp>
      <p:sp>
        <p:nvSpPr>
          <p:cNvPr id="5" name="Espaço Reservado para Rodapé 4">
            <a:extLst>
              <a:ext uri="{FF2B5EF4-FFF2-40B4-BE49-F238E27FC236}">
                <a16:creationId xmlns:a16="http://schemas.microsoft.com/office/drawing/2014/main" id="{863FCD36-3CE3-2730-EAB1-142838C54C1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D413DE7-2C48-F625-61A6-E299BD075649}"/>
              </a:ext>
            </a:extLst>
          </p:cNvPr>
          <p:cNvSpPr>
            <a:spLocks noGrp="1"/>
          </p:cNvSpPr>
          <p:nvPr>
            <p:ph type="sldNum" sz="quarter" idx="12"/>
          </p:nvPr>
        </p:nvSpPr>
        <p:spPr/>
        <p:txBody>
          <a:bodyPr/>
          <a:lstStyle/>
          <a:p>
            <a:fld id="{F29035A7-2643-4020-92CE-8303D53617F3}" type="slidenum">
              <a:rPr lang="pt-BR" smtClean="0"/>
              <a:t>‹nº›</a:t>
            </a:fld>
            <a:endParaRPr lang="pt-BR"/>
          </a:p>
        </p:txBody>
      </p:sp>
    </p:spTree>
    <p:extLst>
      <p:ext uri="{BB962C8B-B14F-4D97-AF65-F5344CB8AC3E}">
        <p14:creationId xmlns:p14="http://schemas.microsoft.com/office/powerpoint/2010/main" val="233020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29D267-D52D-4479-7528-DCB71F9BB40E}"/>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5DBBD04-DC1A-70D4-ED9C-44DED0E5F015}"/>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338CFD2-A6ED-CE8B-94CB-E5F339796EA5}"/>
              </a:ext>
            </a:extLst>
          </p:cNvPr>
          <p:cNvSpPr>
            <a:spLocks noGrp="1"/>
          </p:cNvSpPr>
          <p:nvPr>
            <p:ph type="dt" sz="half" idx="10"/>
          </p:nvPr>
        </p:nvSpPr>
        <p:spPr/>
        <p:txBody>
          <a:bodyPr/>
          <a:lstStyle/>
          <a:p>
            <a:fld id="{ACF319D4-F0F6-405D-AF83-0E6930D6E080}" type="datetimeFigureOut">
              <a:rPr lang="pt-BR" smtClean="0"/>
              <a:t>11/04/2026</a:t>
            </a:fld>
            <a:endParaRPr lang="pt-BR"/>
          </a:p>
        </p:txBody>
      </p:sp>
      <p:sp>
        <p:nvSpPr>
          <p:cNvPr id="5" name="Espaço Reservado para Rodapé 4">
            <a:extLst>
              <a:ext uri="{FF2B5EF4-FFF2-40B4-BE49-F238E27FC236}">
                <a16:creationId xmlns:a16="http://schemas.microsoft.com/office/drawing/2014/main" id="{E4771AAB-7BE9-2794-114A-0FE508679DE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A75E481-9F25-1499-ACBC-49870C0ABC6B}"/>
              </a:ext>
            </a:extLst>
          </p:cNvPr>
          <p:cNvSpPr>
            <a:spLocks noGrp="1"/>
          </p:cNvSpPr>
          <p:nvPr>
            <p:ph type="sldNum" sz="quarter" idx="12"/>
          </p:nvPr>
        </p:nvSpPr>
        <p:spPr/>
        <p:txBody>
          <a:bodyPr/>
          <a:lstStyle/>
          <a:p>
            <a:fld id="{F29035A7-2643-4020-92CE-8303D53617F3}" type="slidenum">
              <a:rPr lang="pt-BR" smtClean="0"/>
              <a:t>‹nº›</a:t>
            </a:fld>
            <a:endParaRPr lang="pt-BR"/>
          </a:p>
        </p:txBody>
      </p:sp>
    </p:spTree>
    <p:extLst>
      <p:ext uri="{BB962C8B-B14F-4D97-AF65-F5344CB8AC3E}">
        <p14:creationId xmlns:p14="http://schemas.microsoft.com/office/powerpoint/2010/main" val="4192736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B37D99-09C6-7FC5-2190-34FDF217031F}"/>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D9513AF9-996C-14BB-CEA1-06AD48FBCD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FA5DE2F-D93F-77C6-6A1F-338F9A473444}"/>
              </a:ext>
            </a:extLst>
          </p:cNvPr>
          <p:cNvSpPr>
            <a:spLocks noGrp="1"/>
          </p:cNvSpPr>
          <p:nvPr>
            <p:ph type="dt" sz="half" idx="10"/>
          </p:nvPr>
        </p:nvSpPr>
        <p:spPr/>
        <p:txBody>
          <a:bodyPr/>
          <a:lstStyle/>
          <a:p>
            <a:fld id="{ACF319D4-F0F6-405D-AF83-0E6930D6E080}" type="datetimeFigureOut">
              <a:rPr lang="pt-BR" smtClean="0"/>
              <a:t>11/04/2026</a:t>
            </a:fld>
            <a:endParaRPr lang="pt-BR"/>
          </a:p>
        </p:txBody>
      </p:sp>
      <p:sp>
        <p:nvSpPr>
          <p:cNvPr id="5" name="Espaço Reservado para Rodapé 4">
            <a:extLst>
              <a:ext uri="{FF2B5EF4-FFF2-40B4-BE49-F238E27FC236}">
                <a16:creationId xmlns:a16="http://schemas.microsoft.com/office/drawing/2014/main" id="{CC87FFAC-86A5-6EB9-FEB5-DDAE64EE0DF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4ABD979-DB7A-D794-B25F-DDDD7527514A}"/>
              </a:ext>
            </a:extLst>
          </p:cNvPr>
          <p:cNvSpPr>
            <a:spLocks noGrp="1"/>
          </p:cNvSpPr>
          <p:nvPr>
            <p:ph type="sldNum" sz="quarter" idx="12"/>
          </p:nvPr>
        </p:nvSpPr>
        <p:spPr/>
        <p:txBody>
          <a:bodyPr/>
          <a:lstStyle/>
          <a:p>
            <a:fld id="{F29035A7-2643-4020-92CE-8303D53617F3}" type="slidenum">
              <a:rPr lang="pt-BR" smtClean="0"/>
              <a:t>‹nº›</a:t>
            </a:fld>
            <a:endParaRPr lang="pt-BR"/>
          </a:p>
        </p:txBody>
      </p:sp>
    </p:spTree>
    <p:extLst>
      <p:ext uri="{BB962C8B-B14F-4D97-AF65-F5344CB8AC3E}">
        <p14:creationId xmlns:p14="http://schemas.microsoft.com/office/powerpoint/2010/main" val="694370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379202-148F-3A10-A525-6040000302D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6806B19-FD8A-14E0-3126-57DCF7F41952}"/>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F225C398-AAE4-8B47-7F94-46B7B08E8498}"/>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7839E452-5087-7DCE-F1C5-72192F03ADA7}"/>
              </a:ext>
            </a:extLst>
          </p:cNvPr>
          <p:cNvSpPr>
            <a:spLocks noGrp="1"/>
          </p:cNvSpPr>
          <p:nvPr>
            <p:ph type="dt" sz="half" idx="10"/>
          </p:nvPr>
        </p:nvSpPr>
        <p:spPr/>
        <p:txBody>
          <a:bodyPr/>
          <a:lstStyle/>
          <a:p>
            <a:fld id="{ACF319D4-F0F6-405D-AF83-0E6930D6E080}" type="datetimeFigureOut">
              <a:rPr lang="pt-BR" smtClean="0"/>
              <a:t>11/04/2026</a:t>
            </a:fld>
            <a:endParaRPr lang="pt-BR"/>
          </a:p>
        </p:txBody>
      </p:sp>
      <p:sp>
        <p:nvSpPr>
          <p:cNvPr id="6" name="Espaço Reservado para Rodapé 5">
            <a:extLst>
              <a:ext uri="{FF2B5EF4-FFF2-40B4-BE49-F238E27FC236}">
                <a16:creationId xmlns:a16="http://schemas.microsoft.com/office/drawing/2014/main" id="{F9ECC986-7A51-43E9-9803-6AD94E7457B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92FAD1E-66BE-ABB5-37D9-7254F061ECB1}"/>
              </a:ext>
            </a:extLst>
          </p:cNvPr>
          <p:cNvSpPr>
            <a:spLocks noGrp="1"/>
          </p:cNvSpPr>
          <p:nvPr>
            <p:ph type="sldNum" sz="quarter" idx="12"/>
          </p:nvPr>
        </p:nvSpPr>
        <p:spPr/>
        <p:txBody>
          <a:bodyPr/>
          <a:lstStyle/>
          <a:p>
            <a:fld id="{F29035A7-2643-4020-92CE-8303D53617F3}" type="slidenum">
              <a:rPr lang="pt-BR" smtClean="0"/>
              <a:t>‹nº›</a:t>
            </a:fld>
            <a:endParaRPr lang="pt-BR"/>
          </a:p>
        </p:txBody>
      </p:sp>
    </p:spTree>
    <p:extLst>
      <p:ext uri="{BB962C8B-B14F-4D97-AF65-F5344CB8AC3E}">
        <p14:creationId xmlns:p14="http://schemas.microsoft.com/office/powerpoint/2010/main" val="915434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96921B-A5B9-460E-D919-A370FDCF17E3}"/>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4CE976E1-7DE3-AC0A-F04A-DDC2B33181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F133D5DF-7268-041E-C715-9E32EE3F8CF1}"/>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51D5766E-AAB1-D06D-5E3F-A4508BC3B9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7F6C8D78-0963-276E-F0BE-D2948FAAD9F9}"/>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89A1817A-F3E2-1885-C77A-123179B64DA9}"/>
              </a:ext>
            </a:extLst>
          </p:cNvPr>
          <p:cNvSpPr>
            <a:spLocks noGrp="1"/>
          </p:cNvSpPr>
          <p:nvPr>
            <p:ph type="dt" sz="half" idx="10"/>
          </p:nvPr>
        </p:nvSpPr>
        <p:spPr/>
        <p:txBody>
          <a:bodyPr/>
          <a:lstStyle/>
          <a:p>
            <a:fld id="{ACF319D4-F0F6-405D-AF83-0E6930D6E080}" type="datetimeFigureOut">
              <a:rPr lang="pt-BR" smtClean="0"/>
              <a:t>11/04/2026</a:t>
            </a:fld>
            <a:endParaRPr lang="pt-BR"/>
          </a:p>
        </p:txBody>
      </p:sp>
      <p:sp>
        <p:nvSpPr>
          <p:cNvPr id="8" name="Espaço Reservado para Rodapé 7">
            <a:extLst>
              <a:ext uri="{FF2B5EF4-FFF2-40B4-BE49-F238E27FC236}">
                <a16:creationId xmlns:a16="http://schemas.microsoft.com/office/drawing/2014/main" id="{EF701F9C-A693-7D82-1367-B0C476F506D6}"/>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DCECFD4C-D396-5951-14D7-F388B19B1EC5}"/>
              </a:ext>
            </a:extLst>
          </p:cNvPr>
          <p:cNvSpPr>
            <a:spLocks noGrp="1"/>
          </p:cNvSpPr>
          <p:nvPr>
            <p:ph type="sldNum" sz="quarter" idx="12"/>
          </p:nvPr>
        </p:nvSpPr>
        <p:spPr/>
        <p:txBody>
          <a:bodyPr/>
          <a:lstStyle/>
          <a:p>
            <a:fld id="{F29035A7-2643-4020-92CE-8303D53617F3}" type="slidenum">
              <a:rPr lang="pt-BR" smtClean="0"/>
              <a:t>‹nº›</a:t>
            </a:fld>
            <a:endParaRPr lang="pt-BR"/>
          </a:p>
        </p:txBody>
      </p:sp>
    </p:spTree>
    <p:extLst>
      <p:ext uri="{BB962C8B-B14F-4D97-AF65-F5344CB8AC3E}">
        <p14:creationId xmlns:p14="http://schemas.microsoft.com/office/powerpoint/2010/main" val="1713396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1B9DD3-E388-7811-F415-6AFAF02FE167}"/>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F3EF9A55-AB60-FF37-B1D6-FE95071A4FFD}"/>
              </a:ext>
            </a:extLst>
          </p:cNvPr>
          <p:cNvSpPr>
            <a:spLocks noGrp="1"/>
          </p:cNvSpPr>
          <p:nvPr>
            <p:ph type="dt" sz="half" idx="10"/>
          </p:nvPr>
        </p:nvSpPr>
        <p:spPr/>
        <p:txBody>
          <a:bodyPr/>
          <a:lstStyle/>
          <a:p>
            <a:fld id="{ACF319D4-F0F6-405D-AF83-0E6930D6E080}" type="datetimeFigureOut">
              <a:rPr lang="pt-BR" smtClean="0"/>
              <a:t>11/04/2026</a:t>
            </a:fld>
            <a:endParaRPr lang="pt-BR"/>
          </a:p>
        </p:txBody>
      </p:sp>
      <p:sp>
        <p:nvSpPr>
          <p:cNvPr id="4" name="Espaço Reservado para Rodapé 3">
            <a:extLst>
              <a:ext uri="{FF2B5EF4-FFF2-40B4-BE49-F238E27FC236}">
                <a16:creationId xmlns:a16="http://schemas.microsoft.com/office/drawing/2014/main" id="{97584D1E-B13B-F5DE-133C-BA15C956A032}"/>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775B703E-5F60-D80B-714C-20720CA3A19C}"/>
              </a:ext>
            </a:extLst>
          </p:cNvPr>
          <p:cNvSpPr>
            <a:spLocks noGrp="1"/>
          </p:cNvSpPr>
          <p:nvPr>
            <p:ph type="sldNum" sz="quarter" idx="12"/>
          </p:nvPr>
        </p:nvSpPr>
        <p:spPr/>
        <p:txBody>
          <a:bodyPr/>
          <a:lstStyle/>
          <a:p>
            <a:fld id="{F29035A7-2643-4020-92CE-8303D53617F3}" type="slidenum">
              <a:rPr lang="pt-BR" smtClean="0"/>
              <a:t>‹nº›</a:t>
            </a:fld>
            <a:endParaRPr lang="pt-BR"/>
          </a:p>
        </p:txBody>
      </p:sp>
    </p:spTree>
    <p:extLst>
      <p:ext uri="{BB962C8B-B14F-4D97-AF65-F5344CB8AC3E}">
        <p14:creationId xmlns:p14="http://schemas.microsoft.com/office/powerpoint/2010/main" val="2166826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02A84039-15EC-F1BA-7674-EBADD2B52A02}"/>
              </a:ext>
            </a:extLst>
          </p:cNvPr>
          <p:cNvSpPr>
            <a:spLocks noGrp="1"/>
          </p:cNvSpPr>
          <p:nvPr>
            <p:ph type="dt" sz="half" idx="10"/>
          </p:nvPr>
        </p:nvSpPr>
        <p:spPr/>
        <p:txBody>
          <a:bodyPr/>
          <a:lstStyle/>
          <a:p>
            <a:fld id="{ACF319D4-F0F6-405D-AF83-0E6930D6E080}" type="datetimeFigureOut">
              <a:rPr lang="pt-BR" smtClean="0"/>
              <a:t>11/04/2026</a:t>
            </a:fld>
            <a:endParaRPr lang="pt-BR"/>
          </a:p>
        </p:txBody>
      </p:sp>
      <p:sp>
        <p:nvSpPr>
          <p:cNvPr id="3" name="Espaço Reservado para Rodapé 2">
            <a:extLst>
              <a:ext uri="{FF2B5EF4-FFF2-40B4-BE49-F238E27FC236}">
                <a16:creationId xmlns:a16="http://schemas.microsoft.com/office/drawing/2014/main" id="{40A95071-DF0E-D30C-028B-1D8350E2775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324CAB65-83C7-3541-16E2-3F2309EA65F8}"/>
              </a:ext>
            </a:extLst>
          </p:cNvPr>
          <p:cNvSpPr>
            <a:spLocks noGrp="1"/>
          </p:cNvSpPr>
          <p:nvPr>
            <p:ph type="sldNum" sz="quarter" idx="12"/>
          </p:nvPr>
        </p:nvSpPr>
        <p:spPr/>
        <p:txBody>
          <a:bodyPr/>
          <a:lstStyle/>
          <a:p>
            <a:fld id="{F29035A7-2643-4020-92CE-8303D53617F3}" type="slidenum">
              <a:rPr lang="pt-BR" smtClean="0"/>
              <a:t>‹nº›</a:t>
            </a:fld>
            <a:endParaRPr lang="pt-BR"/>
          </a:p>
        </p:txBody>
      </p:sp>
    </p:spTree>
    <p:extLst>
      <p:ext uri="{BB962C8B-B14F-4D97-AF65-F5344CB8AC3E}">
        <p14:creationId xmlns:p14="http://schemas.microsoft.com/office/powerpoint/2010/main" val="3487484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B7FED8-619E-5298-FD11-B1675C20D651}"/>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0F8C5CD6-3801-0866-81EA-4C2A4BEF4A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C14A6F19-92BD-82A8-D34E-6E5901961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9857F14-ECBF-506C-9075-49DDFD89DEAB}"/>
              </a:ext>
            </a:extLst>
          </p:cNvPr>
          <p:cNvSpPr>
            <a:spLocks noGrp="1"/>
          </p:cNvSpPr>
          <p:nvPr>
            <p:ph type="dt" sz="half" idx="10"/>
          </p:nvPr>
        </p:nvSpPr>
        <p:spPr/>
        <p:txBody>
          <a:bodyPr/>
          <a:lstStyle/>
          <a:p>
            <a:fld id="{ACF319D4-F0F6-405D-AF83-0E6930D6E080}" type="datetimeFigureOut">
              <a:rPr lang="pt-BR" smtClean="0"/>
              <a:t>11/04/2026</a:t>
            </a:fld>
            <a:endParaRPr lang="pt-BR"/>
          </a:p>
        </p:txBody>
      </p:sp>
      <p:sp>
        <p:nvSpPr>
          <p:cNvPr id="6" name="Espaço Reservado para Rodapé 5">
            <a:extLst>
              <a:ext uri="{FF2B5EF4-FFF2-40B4-BE49-F238E27FC236}">
                <a16:creationId xmlns:a16="http://schemas.microsoft.com/office/drawing/2014/main" id="{14F1846D-7A48-5176-4298-13D2261287CC}"/>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E1631AC-5024-5C14-2589-6E25496900BD}"/>
              </a:ext>
            </a:extLst>
          </p:cNvPr>
          <p:cNvSpPr>
            <a:spLocks noGrp="1"/>
          </p:cNvSpPr>
          <p:nvPr>
            <p:ph type="sldNum" sz="quarter" idx="12"/>
          </p:nvPr>
        </p:nvSpPr>
        <p:spPr/>
        <p:txBody>
          <a:bodyPr/>
          <a:lstStyle/>
          <a:p>
            <a:fld id="{F29035A7-2643-4020-92CE-8303D53617F3}" type="slidenum">
              <a:rPr lang="pt-BR" smtClean="0"/>
              <a:t>‹nº›</a:t>
            </a:fld>
            <a:endParaRPr lang="pt-BR"/>
          </a:p>
        </p:txBody>
      </p:sp>
    </p:spTree>
    <p:extLst>
      <p:ext uri="{BB962C8B-B14F-4D97-AF65-F5344CB8AC3E}">
        <p14:creationId xmlns:p14="http://schemas.microsoft.com/office/powerpoint/2010/main" val="3341481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7EBAC3-F4EC-BAA5-5B8B-54AD70859C59}"/>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CB76F11A-B1EB-6FF7-E96F-2A966DF8D7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D1742CC4-10AA-1DA7-1054-079AE97D11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1009D532-7227-46BD-E0DD-E70EFC55D5C4}"/>
              </a:ext>
            </a:extLst>
          </p:cNvPr>
          <p:cNvSpPr>
            <a:spLocks noGrp="1"/>
          </p:cNvSpPr>
          <p:nvPr>
            <p:ph type="dt" sz="half" idx="10"/>
          </p:nvPr>
        </p:nvSpPr>
        <p:spPr/>
        <p:txBody>
          <a:bodyPr/>
          <a:lstStyle/>
          <a:p>
            <a:fld id="{ACF319D4-F0F6-405D-AF83-0E6930D6E080}" type="datetimeFigureOut">
              <a:rPr lang="pt-BR" smtClean="0"/>
              <a:t>11/04/2026</a:t>
            </a:fld>
            <a:endParaRPr lang="pt-BR"/>
          </a:p>
        </p:txBody>
      </p:sp>
      <p:sp>
        <p:nvSpPr>
          <p:cNvPr id="6" name="Espaço Reservado para Rodapé 5">
            <a:extLst>
              <a:ext uri="{FF2B5EF4-FFF2-40B4-BE49-F238E27FC236}">
                <a16:creationId xmlns:a16="http://schemas.microsoft.com/office/drawing/2014/main" id="{C5A1CFC2-3AA2-6B02-E639-6733A67D1E9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AE830E7-D729-A90E-25FA-A50958C6E603}"/>
              </a:ext>
            </a:extLst>
          </p:cNvPr>
          <p:cNvSpPr>
            <a:spLocks noGrp="1"/>
          </p:cNvSpPr>
          <p:nvPr>
            <p:ph type="sldNum" sz="quarter" idx="12"/>
          </p:nvPr>
        </p:nvSpPr>
        <p:spPr/>
        <p:txBody>
          <a:bodyPr/>
          <a:lstStyle/>
          <a:p>
            <a:fld id="{F29035A7-2643-4020-92CE-8303D53617F3}" type="slidenum">
              <a:rPr lang="pt-BR" smtClean="0"/>
              <a:t>‹nº›</a:t>
            </a:fld>
            <a:endParaRPr lang="pt-BR"/>
          </a:p>
        </p:txBody>
      </p:sp>
    </p:spTree>
    <p:extLst>
      <p:ext uri="{BB962C8B-B14F-4D97-AF65-F5344CB8AC3E}">
        <p14:creationId xmlns:p14="http://schemas.microsoft.com/office/powerpoint/2010/main" val="1773833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E41710-F18F-3A7C-098A-D53E0C723FD6}"/>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CC54D88B-F326-70BF-0208-05868F34CD4C}"/>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F6F45A9-82BE-DA9C-77F8-8022656DD84F}"/>
              </a:ext>
            </a:extLst>
          </p:cNvPr>
          <p:cNvSpPr>
            <a:spLocks noGrp="1"/>
          </p:cNvSpPr>
          <p:nvPr>
            <p:ph type="dt" sz="half" idx="10"/>
          </p:nvPr>
        </p:nvSpPr>
        <p:spPr/>
        <p:txBody>
          <a:bodyPr/>
          <a:lstStyle/>
          <a:p>
            <a:fld id="{ACF319D4-F0F6-405D-AF83-0E6930D6E080}" type="datetimeFigureOut">
              <a:rPr lang="pt-BR" smtClean="0"/>
              <a:t>11/04/2026</a:t>
            </a:fld>
            <a:endParaRPr lang="pt-BR"/>
          </a:p>
        </p:txBody>
      </p:sp>
      <p:sp>
        <p:nvSpPr>
          <p:cNvPr id="5" name="Espaço Reservado para Rodapé 4">
            <a:extLst>
              <a:ext uri="{FF2B5EF4-FFF2-40B4-BE49-F238E27FC236}">
                <a16:creationId xmlns:a16="http://schemas.microsoft.com/office/drawing/2014/main" id="{7C6EF033-D44F-D403-3C35-6E2E8ACB388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5BFB604-54E8-62A0-EB7B-41B27B189CA7}"/>
              </a:ext>
            </a:extLst>
          </p:cNvPr>
          <p:cNvSpPr>
            <a:spLocks noGrp="1"/>
          </p:cNvSpPr>
          <p:nvPr>
            <p:ph type="sldNum" sz="quarter" idx="12"/>
          </p:nvPr>
        </p:nvSpPr>
        <p:spPr/>
        <p:txBody>
          <a:bodyPr/>
          <a:lstStyle/>
          <a:p>
            <a:fld id="{F29035A7-2643-4020-92CE-8303D53617F3}" type="slidenum">
              <a:rPr lang="pt-BR" smtClean="0"/>
              <a:t>‹nº›</a:t>
            </a:fld>
            <a:endParaRPr lang="pt-BR"/>
          </a:p>
        </p:txBody>
      </p:sp>
    </p:spTree>
    <p:extLst>
      <p:ext uri="{BB962C8B-B14F-4D97-AF65-F5344CB8AC3E}">
        <p14:creationId xmlns:p14="http://schemas.microsoft.com/office/powerpoint/2010/main" val="3860108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2D5ED70-FD58-F66C-6C3F-A935F2EB873A}"/>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881125F0-7D06-EBC5-8EEE-859E75B0769D}"/>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115A112-6A63-A3B9-DD35-5B67B855E77B}"/>
              </a:ext>
            </a:extLst>
          </p:cNvPr>
          <p:cNvSpPr>
            <a:spLocks noGrp="1"/>
          </p:cNvSpPr>
          <p:nvPr>
            <p:ph type="dt" sz="half" idx="10"/>
          </p:nvPr>
        </p:nvSpPr>
        <p:spPr/>
        <p:txBody>
          <a:bodyPr/>
          <a:lstStyle/>
          <a:p>
            <a:fld id="{ACF319D4-F0F6-405D-AF83-0E6930D6E080}" type="datetimeFigureOut">
              <a:rPr lang="pt-BR" smtClean="0"/>
              <a:t>11/04/2026</a:t>
            </a:fld>
            <a:endParaRPr lang="pt-BR"/>
          </a:p>
        </p:txBody>
      </p:sp>
      <p:sp>
        <p:nvSpPr>
          <p:cNvPr id="5" name="Espaço Reservado para Rodapé 4">
            <a:extLst>
              <a:ext uri="{FF2B5EF4-FFF2-40B4-BE49-F238E27FC236}">
                <a16:creationId xmlns:a16="http://schemas.microsoft.com/office/drawing/2014/main" id="{086A58B4-FDCF-70A9-5D12-5D15869DC29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86F743D-7E6B-B291-15CE-CB6FDF588183}"/>
              </a:ext>
            </a:extLst>
          </p:cNvPr>
          <p:cNvSpPr>
            <a:spLocks noGrp="1"/>
          </p:cNvSpPr>
          <p:nvPr>
            <p:ph type="sldNum" sz="quarter" idx="12"/>
          </p:nvPr>
        </p:nvSpPr>
        <p:spPr/>
        <p:txBody>
          <a:bodyPr/>
          <a:lstStyle/>
          <a:p>
            <a:fld id="{F29035A7-2643-4020-92CE-8303D53617F3}" type="slidenum">
              <a:rPr lang="pt-BR" smtClean="0"/>
              <a:t>‹nº›</a:t>
            </a:fld>
            <a:endParaRPr lang="pt-BR"/>
          </a:p>
        </p:txBody>
      </p:sp>
    </p:spTree>
    <p:extLst>
      <p:ext uri="{BB962C8B-B14F-4D97-AF65-F5344CB8AC3E}">
        <p14:creationId xmlns:p14="http://schemas.microsoft.com/office/powerpoint/2010/main" val="3272135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20E64C91-369B-382D-29DF-9E4C20A455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874F2423-1A26-5D84-4F79-2B3548F748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E1F5407-4931-8F22-2109-E871C5E364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F319D4-F0F6-405D-AF83-0E6930D6E080}" type="datetimeFigureOut">
              <a:rPr lang="pt-BR" smtClean="0"/>
              <a:t>11/04/2026</a:t>
            </a:fld>
            <a:endParaRPr lang="pt-BR"/>
          </a:p>
        </p:txBody>
      </p:sp>
      <p:sp>
        <p:nvSpPr>
          <p:cNvPr id="5" name="Espaço Reservado para Rodapé 4">
            <a:extLst>
              <a:ext uri="{FF2B5EF4-FFF2-40B4-BE49-F238E27FC236}">
                <a16:creationId xmlns:a16="http://schemas.microsoft.com/office/drawing/2014/main" id="{53DC898E-F085-023B-1CDC-88200EC18C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8A1589A0-3E62-6DBD-C4C0-41E3A82252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9035A7-2643-4020-92CE-8303D53617F3}" type="slidenum">
              <a:rPr lang="pt-BR" smtClean="0"/>
              <a:t>‹nº›</a:t>
            </a:fld>
            <a:endParaRPr lang="pt-BR"/>
          </a:p>
        </p:txBody>
      </p:sp>
    </p:spTree>
    <p:extLst>
      <p:ext uri="{BB962C8B-B14F-4D97-AF65-F5344CB8AC3E}">
        <p14:creationId xmlns:p14="http://schemas.microsoft.com/office/powerpoint/2010/main" val="2344338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7" Type="http://schemas.openxmlformats.org/officeDocument/2006/relationships/image" Target="../media/image38.jpeg"/><Relationship Id="rId2" Type="http://schemas.openxmlformats.org/officeDocument/2006/relationships/image" Target="../media/image33.jpeg"/><Relationship Id="rId1" Type="http://schemas.openxmlformats.org/officeDocument/2006/relationships/slideLayout" Target="../slideLayouts/slideLayout2.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06BC3C-6F6C-3117-0B8B-A78613104DE0}"/>
              </a:ext>
            </a:extLst>
          </p:cNvPr>
          <p:cNvSpPr>
            <a:spLocks noGrp="1"/>
          </p:cNvSpPr>
          <p:nvPr>
            <p:ph type="ctrTitle"/>
          </p:nvPr>
        </p:nvSpPr>
        <p:spPr/>
        <p:txBody>
          <a:bodyPr/>
          <a:lstStyle/>
          <a:p>
            <a:endParaRPr lang="pt-BR"/>
          </a:p>
        </p:txBody>
      </p:sp>
      <p:sp>
        <p:nvSpPr>
          <p:cNvPr id="3" name="Subtítulo 2">
            <a:extLst>
              <a:ext uri="{FF2B5EF4-FFF2-40B4-BE49-F238E27FC236}">
                <a16:creationId xmlns:a16="http://schemas.microsoft.com/office/drawing/2014/main" id="{EF16AC8F-2142-4239-2F85-3AC957BA9AEF}"/>
              </a:ext>
            </a:extLst>
          </p:cNvPr>
          <p:cNvSpPr>
            <a:spLocks noGrp="1"/>
          </p:cNvSpPr>
          <p:nvPr>
            <p:ph type="subTitle" idx="1"/>
          </p:nvPr>
        </p:nvSpPr>
        <p:spPr/>
        <p:txBody>
          <a:bodyPr/>
          <a:lstStyle/>
          <a:p>
            <a:endParaRPr lang="pt-BR"/>
          </a:p>
        </p:txBody>
      </p:sp>
      <p:pic>
        <p:nvPicPr>
          <p:cNvPr id="5" name="Imagem 4" descr="The image is a schedule for a medical conference, specifically a session on radiobiology and high-precision dosimetry, featuring lectures, practical sessions, and a networking dinner.&#10;&#10;O conteúdo gerado por IA pode estar incorreto.">
            <a:extLst>
              <a:ext uri="{FF2B5EF4-FFF2-40B4-BE49-F238E27FC236}">
                <a16:creationId xmlns:a16="http://schemas.microsoft.com/office/drawing/2014/main" id="{711FFBA8-9A03-15A7-769E-1A8B2C90938F}"/>
              </a:ext>
            </a:extLst>
          </p:cNvPr>
          <p:cNvPicPr>
            <a:picLocks noChangeAspect="1"/>
          </p:cNvPicPr>
          <p:nvPr/>
        </p:nvPicPr>
        <p:blipFill>
          <a:blip r:embed="rId2"/>
          <a:stretch>
            <a:fillRect/>
          </a:stretch>
        </p:blipFill>
        <p:spPr>
          <a:xfrm>
            <a:off x="1458344" y="0"/>
            <a:ext cx="9275311" cy="6858000"/>
          </a:xfrm>
          <a:prstGeom prst="rect">
            <a:avLst/>
          </a:prstGeom>
        </p:spPr>
      </p:pic>
    </p:spTree>
    <p:extLst>
      <p:ext uri="{BB962C8B-B14F-4D97-AF65-F5344CB8AC3E}">
        <p14:creationId xmlns:p14="http://schemas.microsoft.com/office/powerpoint/2010/main" val="2200609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Rectangle 33">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55BCEF3-C9B3-B2EE-3DD6-05FAE63F476A}"/>
              </a:ext>
            </a:extLst>
          </p:cNvPr>
          <p:cNvSpPr>
            <a:spLocks noGrp="1"/>
          </p:cNvSpPr>
          <p:nvPr>
            <p:ph type="title"/>
          </p:nvPr>
        </p:nvSpPr>
        <p:spPr>
          <a:xfrm>
            <a:off x="586478" y="1683756"/>
            <a:ext cx="3115265" cy="2396359"/>
          </a:xfrm>
        </p:spPr>
        <p:txBody>
          <a:bodyPr anchor="b">
            <a:normAutofit/>
          </a:bodyPr>
          <a:lstStyle/>
          <a:p>
            <a:pPr algn="r"/>
            <a:r>
              <a:rPr lang="pt-BR" sz="4000">
                <a:solidFill>
                  <a:srgbClr val="FFFFFF"/>
                </a:solidFill>
              </a:rPr>
              <a:t>TIME B</a:t>
            </a:r>
          </a:p>
        </p:txBody>
      </p:sp>
      <p:graphicFrame>
        <p:nvGraphicFramePr>
          <p:cNvPr id="5" name="Espaço Reservado para Conteúdo 2">
            <a:extLst>
              <a:ext uri="{FF2B5EF4-FFF2-40B4-BE49-F238E27FC236}">
                <a16:creationId xmlns:a16="http://schemas.microsoft.com/office/drawing/2014/main" id="{91F08910-A437-29F0-282A-CB6955A40A65}"/>
              </a:ext>
            </a:extLst>
          </p:cNvPr>
          <p:cNvGraphicFramePr>
            <a:graphicFrameLocks noGrp="1"/>
          </p:cNvGraphicFramePr>
          <p:nvPr>
            <p:ph idx="1"/>
            <p:extLst>
              <p:ext uri="{D42A27DB-BD31-4B8C-83A1-F6EECF244321}">
                <p14:modId xmlns:p14="http://schemas.microsoft.com/office/powerpoint/2010/main" val="352839673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983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B8029-4E74-01FF-848C-B46A8FF6EE0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FB75896-6545-40A3-8E2F-25A96362DFF1}"/>
              </a:ext>
            </a:extLst>
          </p:cNvPr>
          <p:cNvSpPr>
            <a:spLocks noGrp="1"/>
          </p:cNvSpPr>
          <p:nvPr>
            <p:ph type="title"/>
          </p:nvPr>
        </p:nvSpPr>
        <p:spPr>
          <a:xfrm>
            <a:off x="141514" y="0"/>
            <a:ext cx="10515600" cy="1325563"/>
          </a:xfrm>
        </p:spPr>
        <p:txBody>
          <a:bodyPr/>
          <a:lstStyle/>
          <a:p>
            <a:r>
              <a:rPr lang="pt-BR" dirty="0"/>
              <a:t>Pixel </a:t>
            </a:r>
            <a:r>
              <a:rPr lang="pt-BR" dirty="0" err="1"/>
              <a:t>size</a:t>
            </a:r>
            <a:r>
              <a:rPr lang="pt-BR" dirty="0"/>
              <a:t> 0.09cm</a:t>
            </a:r>
          </a:p>
        </p:txBody>
      </p:sp>
      <p:pic>
        <p:nvPicPr>
          <p:cNvPr id="21" name="Imagem 20">
            <a:extLst>
              <a:ext uri="{FF2B5EF4-FFF2-40B4-BE49-F238E27FC236}">
                <a16:creationId xmlns:a16="http://schemas.microsoft.com/office/drawing/2014/main" id="{882C3EBC-27F7-3B5F-8417-1583324C03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4886" y="1012396"/>
            <a:ext cx="9528894" cy="5714975"/>
          </a:xfrm>
          <a:prstGeom prst="rect">
            <a:avLst/>
          </a:prstGeom>
        </p:spPr>
      </p:pic>
    </p:spTree>
    <p:extLst>
      <p:ext uri="{BB962C8B-B14F-4D97-AF65-F5344CB8AC3E}">
        <p14:creationId xmlns:p14="http://schemas.microsoft.com/office/powerpoint/2010/main" val="561839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C18CF-5718-7A49-10E2-D3AFF59B88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06765A-20CA-1387-DD64-768017AF37BE}"/>
              </a:ext>
            </a:extLst>
          </p:cNvPr>
          <p:cNvSpPr>
            <a:spLocks noGrp="1"/>
          </p:cNvSpPr>
          <p:nvPr>
            <p:ph type="title"/>
          </p:nvPr>
        </p:nvSpPr>
        <p:spPr/>
        <p:txBody>
          <a:bodyPr/>
          <a:lstStyle/>
          <a:p>
            <a:endParaRPr lang="pt-BR"/>
          </a:p>
        </p:txBody>
      </p:sp>
      <p:pic>
        <p:nvPicPr>
          <p:cNvPr id="8" name="Espaço Reservado para Conteúdo 7">
            <a:extLst>
              <a:ext uri="{FF2B5EF4-FFF2-40B4-BE49-F238E27FC236}">
                <a16:creationId xmlns:a16="http://schemas.microsoft.com/office/drawing/2014/main" id="{396B63E6-C950-8C3F-8A6E-4F45449763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8850" y="-177800"/>
            <a:ext cx="14331950" cy="8574214"/>
          </a:xfrm>
          <a:prstGeom prst="rect">
            <a:avLst/>
          </a:prstGeom>
        </p:spPr>
      </p:pic>
      <p:sp>
        <p:nvSpPr>
          <p:cNvPr id="5" name="Título 1">
            <a:extLst>
              <a:ext uri="{FF2B5EF4-FFF2-40B4-BE49-F238E27FC236}">
                <a16:creationId xmlns:a16="http://schemas.microsoft.com/office/drawing/2014/main" id="{5292E312-8088-DA90-69DD-35CB5CF37B36}"/>
              </a:ext>
            </a:extLst>
          </p:cNvPr>
          <p:cNvSpPr txBox="1">
            <a:spLocks/>
          </p:cNvSpPr>
          <p:nvPr/>
        </p:nvSpPr>
        <p:spPr>
          <a:xfrm>
            <a:off x="473834" y="45495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dirty="0">
                <a:solidFill>
                  <a:srgbClr val="FF0000"/>
                </a:solidFill>
              </a:rPr>
              <a:t>distancia 5.42cm </a:t>
            </a:r>
            <a:r>
              <a:rPr lang="pt-BR" dirty="0" err="1">
                <a:solidFill>
                  <a:srgbClr val="FF0000"/>
                </a:solidFill>
              </a:rPr>
              <a:t>vs</a:t>
            </a:r>
            <a:r>
              <a:rPr lang="pt-BR" dirty="0">
                <a:solidFill>
                  <a:srgbClr val="FF0000"/>
                </a:solidFill>
              </a:rPr>
              <a:t> 5.5cm</a:t>
            </a:r>
            <a:endParaRPr lang="pt-BR" dirty="0"/>
          </a:p>
        </p:txBody>
      </p:sp>
      <p:pic>
        <p:nvPicPr>
          <p:cNvPr id="6" name="Imagem 5">
            <a:extLst>
              <a:ext uri="{FF2B5EF4-FFF2-40B4-BE49-F238E27FC236}">
                <a16:creationId xmlns:a16="http://schemas.microsoft.com/office/drawing/2014/main" id="{EE3CC037-8795-FD97-0444-5961635078E0}"/>
              </a:ext>
            </a:extLst>
          </p:cNvPr>
          <p:cNvPicPr>
            <a:picLocks noChangeAspect="1"/>
          </p:cNvPicPr>
          <p:nvPr/>
        </p:nvPicPr>
        <p:blipFill>
          <a:blip r:embed="rId3">
            <a:extLst>
              <a:ext uri="{28A0092B-C50C-407E-A947-70E740481C1C}">
                <a14:useLocalDpi xmlns:a14="http://schemas.microsoft.com/office/drawing/2010/main" val="0"/>
              </a:ext>
            </a:extLst>
          </a:blip>
          <a:srcRect l="25547" t="10661" r="27419" b="13414"/>
          <a:stretch>
            <a:fillRect/>
          </a:stretch>
        </p:blipFill>
        <p:spPr>
          <a:xfrm>
            <a:off x="7645400" y="2308495"/>
            <a:ext cx="4724400" cy="4568405"/>
          </a:xfrm>
          <a:prstGeom prst="rect">
            <a:avLst/>
          </a:prstGeom>
        </p:spPr>
      </p:pic>
    </p:spTree>
    <p:extLst>
      <p:ext uri="{BB962C8B-B14F-4D97-AF65-F5344CB8AC3E}">
        <p14:creationId xmlns:p14="http://schemas.microsoft.com/office/powerpoint/2010/main" val="4041843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4CD6B6-9776-518E-2192-8BD874C094EA}"/>
              </a:ext>
            </a:extLst>
          </p:cNvPr>
          <p:cNvSpPr>
            <a:spLocks noGrp="1"/>
          </p:cNvSpPr>
          <p:nvPr>
            <p:ph type="title"/>
          </p:nvPr>
        </p:nvSpPr>
        <p:spPr>
          <a:xfrm>
            <a:off x="317500" y="0"/>
            <a:ext cx="10515600" cy="1325563"/>
          </a:xfrm>
        </p:spPr>
        <p:txBody>
          <a:bodyPr/>
          <a:lstStyle/>
          <a:p>
            <a:r>
              <a:rPr lang="pt-BR" dirty="0"/>
              <a:t>RMS Error 0.06cm / MI 0.125</a:t>
            </a:r>
          </a:p>
        </p:txBody>
      </p:sp>
      <p:pic>
        <p:nvPicPr>
          <p:cNvPr id="3" name="Imagem 2">
            <a:extLst>
              <a:ext uri="{FF2B5EF4-FFF2-40B4-BE49-F238E27FC236}">
                <a16:creationId xmlns:a16="http://schemas.microsoft.com/office/drawing/2014/main" id="{B05A5BE6-8436-8923-E513-7B79321B5AD2}"/>
              </a:ext>
            </a:extLst>
          </p:cNvPr>
          <p:cNvPicPr>
            <a:picLocks noChangeAspect="1"/>
          </p:cNvPicPr>
          <p:nvPr/>
        </p:nvPicPr>
        <p:blipFill>
          <a:blip r:embed="rId2">
            <a:extLst>
              <a:ext uri="{28A0092B-C50C-407E-A947-70E740481C1C}">
                <a14:useLocalDpi xmlns:a14="http://schemas.microsoft.com/office/drawing/2010/main" val="0"/>
              </a:ext>
            </a:extLst>
          </a:blip>
          <a:srcRect l="16728" t="12083" r="16442" b="30556"/>
          <a:stretch>
            <a:fillRect/>
          </a:stretch>
        </p:blipFill>
        <p:spPr>
          <a:xfrm>
            <a:off x="0" y="1204912"/>
            <a:ext cx="10553345" cy="5653088"/>
          </a:xfrm>
          <a:prstGeom prst="rect">
            <a:avLst/>
          </a:prstGeom>
        </p:spPr>
      </p:pic>
      <p:pic>
        <p:nvPicPr>
          <p:cNvPr id="5" name="Espaço Reservado para Conteúdo 4" descr="The image shows a medical imaging workspace with a focus on image registration and fusion, featuring tools for point pair analysis, color mapping, and visibility settings for structures in a study involving multiple CT scans.&#10;&#10;O conteúdo gerado por IA pode estar incorreto.">
            <a:extLst>
              <a:ext uri="{FF2B5EF4-FFF2-40B4-BE49-F238E27FC236}">
                <a16:creationId xmlns:a16="http://schemas.microsoft.com/office/drawing/2014/main" id="{7A8D4618-486E-52E4-C516-3351F1914D7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22844" t="25247" r="39678" b="23970"/>
          <a:stretch>
            <a:fillRect/>
          </a:stretch>
        </p:blipFill>
        <p:spPr>
          <a:xfrm>
            <a:off x="6934199" y="1204912"/>
            <a:ext cx="5257801" cy="4445369"/>
          </a:xfrm>
          <a:prstGeom prst="rect">
            <a:avLst/>
          </a:prstGeom>
        </p:spPr>
      </p:pic>
    </p:spTree>
    <p:extLst>
      <p:ext uri="{BB962C8B-B14F-4D97-AF65-F5344CB8AC3E}">
        <p14:creationId xmlns:p14="http://schemas.microsoft.com/office/powerpoint/2010/main" val="2544926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D7EC0-9AF8-6A26-A871-0FB240B7A2C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EE48FC-610D-41A0-9576-F47C8889D669}"/>
              </a:ext>
            </a:extLst>
          </p:cNvPr>
          <p:cNvSpPr>
            <a:spLocks noGrp="1"/>
          </p:cNvSpPr>
          <p:nvPr>
            <p:ph type="title"/>
          </p:nvPr>
        </p:nvSpPr>
        <p:spPr>
          <a:xfrm>
            <a:off x="317500" y="0"/>
            <a:ext cx="12611100" cy="1325563"/>
          </a:xfrm>
        </p:spPr>
        <p:txBody>
          <a:bodyPr/>
          <a:lstStyle/>
          <a:p>
            <a:r>
              <a:rPr lang="pt-BR" dirty="0"/>
              <a:t>Desvios Alinhamento x&lt;1mm, 1&lt;Y&lt;2mm, z&lt;1mm (pontos) </a:t>
            </a:r>
          </a:p>
        </p:txBody>
      </p:sp>
      <p:pic>
        <p:nvPicPr>
          <p:cNvPr id="3" name="Imagem 2">
            <a:extLst>
              <a:ext uri="{FF2B5EF4-FFF2-40B4-BE49-F238E27FC236}">
                <a16:creationId xmlns:a16="http://schemas.microsoft.com/office/drawing/2014/main" id="{90284A94-908B-757D-72C8-78F035420F4A}"/>
              </a:ext>
            </a:extLst>
          </p:cNvPr>
          <p:cNvPicPr>
            <a:picLocks noChangeAspect="1"/>
          </p:cNvPicPr>
          <p:nvPr/>
        </p:nvPicPr>
        <p:blipFill>
          <a:blip r:embed="rId2">
            <a:extLst>
              <a:ext uri="{28A0092B-C50C-407E-A947-70E740481C1C}">
                <a14:useLocalDpi xmlns:a14="http://schemas.microsoft.com/office/drawing/2010/main" val="0"/>
              </a:ext>
            </a:extLst>
          </a:blip>
          <a:srcRect l="16728" t="12083" r="16442" b="30556"/>
          <a:stretch>
            <a:fillRect/>
          </a:stretch>
        </p:blipFill>
        <p:spPr>
          <a:xfrm>
            <a:off x="0" y="1204912"/>
            <a:ext cx="10553345" cy="5653088"/>
          </a:xfrm>
          <a:prstGeom prst="rect">
            <a:avLst/>
          </a:prstGeom>
        </p:spPr>
      </p:pic>
      <p:pic>
        <p:nvPicPr>
          <p:cNvPr id="5" name="Espaço Reservado para Conteúdo 4" descr="The image shows a medical imaging workspace with a focus on image registration and fusion, featuring tools for point pair analysis, color mapping, and visibility settings for structures in a study involving multiple CT scans.&#10;&#10;O conteúdo gerado por IA pode estar incorreto.">
            <a:extLst>
              <a:ext uri="{FF2B5EF4-FFF2-40B4-BE49-F238E27FC236}">
                <a16:creationId xmlns:a16="http://schemas.microsoft.com/office/drawing/2014/main" id="{1AE08FE1-63B7-61CA-00D6-D9347394F53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22844" t="25247" r="39678" b="23970"/>
          <a:stretch>
            <a:fillRect/>
          </a:stretch>
        </p:blipFill>
        <p:spPr>
          <a:xfrm>
            <a:off x="6934199" y="1204912"/>
            <a:ext cx="5257801" cy="4445369"/>
          </a:xfrm>
          <a:prstGeom prst="rect">
            <a:avLst/>
          </a:prstGeom>
        </p:spPr>
      </p:pic>
    </p:spTree>
    <p:extLst>
      <p:ext uri="{BB962C8B-B14F-4D97-AF65-F5344CB8AC3E}">
        <p14:creationId xmlns:p14="http://schemas.microsoft.com/office/powerpoint/2010/main" val="2024092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9B9-6442-0C92-3F8A-60805856C23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5D3B48F-1708-BDF4-FE22-404F64F0C25E}"/>
              </a:ext>
            </a:extLst>
          </p:cNvPr>
          <p:cNvSpPr>
            <a:spLocks noGrp="1"/>
          </p:cNvSpPr>
          <p:nvPr>
            <p:ph type="title"/>
          </p:nvPr>
        </p:nvSpPr>
        <p:spPr/>
        <p:txBody>
          <a:bodyPr/>
          <a:lstStyle/>
          <a:p>
            <a:endParaRPr lang="pt-BR"/>
          </a:p>
        </p:txBody>
      </p:sp>
      <p:sp>
        <p:nvSpPr>
          <p:cNvPr id="4" name="Espaço Reservado para Conteúdo 3">
            <a:extLst>
              <a:ext uri="{FF2B5EF4-FFF2-40B4-BE49-F238E27FC236}">
                <a16:creationId xmlns:a16="http://schemas.microsoft.com/office/drawing/2014/main" id="{6B198BE2-8B33-43B9-F4D4-CA97C77C29C9}"/>
              </a:ext>
            </a:extLst>
          </p:cNvPr>
          <p:cNvSpPr>
            <a:spLocks noGrp="1"/>
          </p:cNvSpPr>
          <p:nvPr>
            <p:ph idx="1"/>
          </p:nvPr>
        </p:nvSpPr>
        <p:spPr/>
        <p:txBody>
          <a:bodyPr/>
          <a:lstStyle/>
          <a:p>
            <a:endParaRPr lang="pt-BR"/>
          </a:p>
        </p:txBody>
      </p:sp>
      <p:pic>
        <p:nvPicPr>
          <p:cNvPr id="5" name="Imagem 4" descr="The image displays a medical imaging interface with various options for CT1, SRS, and MRS, including dose calculation, treatment planning, and adjustable parameters.&#10;&#10;O conteúdo gerado por IA pode estar incorreto.">
            <a:extLst>
              <a:ext uri="{FF2B5EF4-FFF2-40B4-BE49-F238E27FC236}">
                <a16:creationId xmlns:a16="http://schemas.microsoft.com/office/drawing/2014/main" id="{03744DAD-BAA6-01D0-AF7D-51E32E1E4A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371" y="0"/>
            <a:ext cx="10956704" cy="6858000"/>
          </a:xfrm>
          <a:prstGeom prst="rect">
            <a:avLst/>
          </a:prstGeom>
        </p:spPr>
      </p:pic>
    </p:spTree>
    <p:extLst>
      <p:ext uri="{BB962C8B-B14F-4D97-AF65-F5344CB8AC3E}">
        <p14:creationId xmlns:p14="http://schemas.microsoft.com/office/powerpoint/2010/main" val="468183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D975C9-1798-A411-ECF9-93B99AB79861}"/>
              </a:ext>
            </a:extLst>
          </p:cNvPr>
          <p:cNvSpPr>
            <a:spLocks noGrp="1"/>
          </p:cNvSpPr>
          <p:nvPr>
            <p:ph type="title"/>
          </p:nvPr>
        </p:nvSpPr>
        <p:spPr/>
        <p:txBody>
          <a:bodyPr/>
          <a:lstStyle/>
          <a:p>
            <a:r>
              <a:rPr lang="pt-BR" dirty="0"/>
              <a:t>Curvas Medidas</a:t>
            </a:r>
          </a:p>
        </p:txBody>
      </p:sp>
      <p:pic>
        <p:nvPicPr>
          <p:cNvPr id="5" name="Espaço Reservado para Conteúdo 4" descr="The image appears to be a user interface for a software application, likely a medical imaging software, that allows users to configure and run scans using various parameters such as photon energy, scan size, and scan type (depth, crossline, inline).&#10;&#10;O conteúdo gerado por IA pode estar incorreto.">
            <a:extLst>
              <a:ext uri="{FF2B5EF4-FFF2-40B4-BE49-F238E27FC236}">
                <a16:creationId xmlns:a16="http://schemas.microsoft.com/office/drawing/2014/main" id="{F21698B1-9AE5-89FC-69FB-713FF8DAD07F}"/>
              </a:ext>
            </a:extLst>
          </p:cNvPr>
          <p:cNvPicPr>
            <a:picLocks noGrp="1" noChangeAspect="1"/>
          </p:cNvPicPr>
          <p:nvPr>
            <p:ph idx="1"/>
          </p:nvPr>
        </p:nvPicPr>
        <p:blipFill>
          <a:blip r:embed="rId2"/>
          <a:stretch>
            <a:fillRect/>
          </a:stretch>
        </p:blipFill>
        <p:spPr>
          <a:xfrm>
            <a:off x="508536" y="1894450"/>
            <a:ext cx="4722659" cy="4722659"/>
          </a:xfrm>
          <a:prstGeom prst="rect">
            <a:avLst/>
          </a:prstGeom>
        </p:spPr>
      </p:pic>
      <p:pic>
        <p:nvPicPr>
          <p:cNvPr id="1026" name="Picture 2" descr="EDGE Detector™ - Sun Nuclear">
            <a:extLst>
              <a:ext uri="{FF2B5EF4-FFF2-40B4-BE49-F238E27FC236}">
                <a16:creationId xmlns:a16="http://schemas.microsoft.com/office/drawing/2014/main" id="{67A879A7-1865-F6F1-6DE4-6F9C95ACEA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3370" y="1690688"/>
            <a:ext cx="2524125" cy="18097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NC125c™, SNC350p™, &amp; SNC600c™ - Sun Nuclear">
            <a:extLst>
              <a:ext uri="{FF2B5EF4-FFF2-40B4-BE49-F238E27FC236}">
                <a16:creationId xmlns:a16="http://schemas.microsoft.com/office/drawing/2014/main" id="{0DF40544-3432-26B3-E991-780F82435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0990" y="1581150"/>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3D SCANNER™ - Sun Nuclear">
            <a:extLst>
              <a:ext uri="{FF2B5EF4-FFF2-40B4-BE49-F238E27FC236}">
                <a16:creationId xmlns:a16="http://schemas.microsoft.com/office/drawing/2014/main" id="{91F94E86-1ABF-33D9-C461-2C824FFAED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06867" y="4371975"/>
            <a:ext cx="2524125"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5579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786BE3-4178-D25C-B9B6-804923A3744D}"/>
              </a:ext>
            </a:extLst>
          </p:cNvPr>
          <p:cNvSpPr>
            <a:spLocks noGrp="1"/>
          </p:cNvSpPr>
          <p:nvPr>
            <p:ph type="title"/>
          </p:nvPr>
        </p:nvSpPr>
        <p:spPr/>
        <p:txBody>
          <a:bodyPr/>
          <a:lstStyle/>
          <a:p>
            <a:r>
              <a:rPr lang="pt-BR" dirty="0"/>
              <a:t>PDP EDGE – </a:t>
            </a:r>
            <a:r>
              <a:rPr lang="pt-BR" dirty="0" err="1"/>
              <a:t>raw</a:t>
            </a:r>
            <a:r>
              <a:rPr lang="pt-BR" dirty="0"/>
              <a:t> data</a:t>
            </a:r>
          </a:p>
        </p:txBody>
      </p:sp>
      <p:sp>
        <p:nvSpPr>
          <p:cNvPr id="3" name="Espaço Reservado para Conteúdo 2">
            <a:extLst>
              <a:ext uri="{FF2B5EF4-FFF2-40B4-BE49-F238E27FC236}">
                <a16:creationId xmlns:a16="http://schemas.microsoft.com/office/drawing/2014/main" id="{E730078B-960B-B9EE-3169-8E6E0CAB37EF}"/>
              </a:ext>
            </a:extLst>
          </p:cNvPr>
          <p:cNvSpPr>
            <a:spLocks noGrp="1"/>
          </p:cNvSpPr>
          <p:nvPr>
            <p:ph idx="1"/>
          </p:nvPr>
        </p:nvSpPr>
        <p:spPr/>
        <p:txBody>
          <a:bodyPr/>
          <a:lstStyle/>
          <a:p>
            <a:endParaRPr lang="pt-BR"/>
          </a:p>
        </p:txBody>
      </p:sp>
      <p:pic>
        <p:nvPicPr>
          <p:cNvPr id="5" name="Imagem 4" descr="The image shows a graph with a curve, possibly representing data from a series of scans using different photon energies and scan types.&#10;&#10;O conteúdo gerado por IA pode estar incorreto.">
            <a:extLst>
              <a:ext uri="{FF2B5EF4-FFF2-40B4-BE49-F238E27FC236}">
                <a16:creationId xmlns:a16="http://schemas.microsoft.com/office/drawing/2014/main" id="{28D9B0FD-6B22-53F1-CBC6-55DD18245449}"/>
              </a:ext>
            </a:extLst>
          </p:cNvPr>
          <p:cNvPicPr>
            <a:picLocks noChangeAspect="1"/>
          </p:cNvPicPr>
          <p:nvPr/>
        </p:nvPicPr>
        <p:blipFill>
          <a:blip r:embed="rId2"/>
          <a:stretch>
            <a:fillRect/>
          </a:stretch>
        </p:blipFill>
        <p:spPr>
          <a:xfrm>
            <a:off x="916858" y="1378205"/>
            <a:ext cx="10107561" cy="5114670"/>
          </a:xfrm>
          <a:prstGeom prst="rect">
            <a:avLst/>
          </a:prstGeom>
        </p:spPr>
      </p:pic>
    </p:spTree>
    <p:extLst>
      <p:ext uri="{BB962C8B-B14F-4D97-AF65-F5344CB8AC3E}">
        <p14:creationId xmlns:p14="http://schemas.microsoft.com/office/powerpoint/2010/main" val="2749236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6A2715-F1B9-5B11-45F9-B90C821357C9}"/>
              </a:ext>
            </a:extLst>
          </p:cNvPr>
          <p:cNvSpPr>
            <a:spLocks noGrp="1"/>
          </p:cNvSpPr>
          <p:nvPr>
            <p:ph type="title"/>
          </p:nvPr>
        </p:nvSpPr>
        <p:spPr/>
        <p:txBody>
          <a:bodyPr/>
          <a:lstStyle/>
          <a:p>
            <a:r>
              <a:rPr lang="pt-BR" dirty="0"/>
              <a:t>Perfil EDGE – </a:t>
            </a:r>
            <a:r>
              <a:rPr lang="pt-BR" dirty="0" err="1"/>
              <a:t>raw</a:t>
            </a:r>
            <a:r>
              <a:rPr lang="pt-BR" dirty="0"/>
              <a:t> data</a:t>
            </a:r>
          </a:p>
        </p:txBody>
      </p:sp>
      <p:sp>
        <p:nvSpPr>
          <p:cNvPr id="3" name="Espaço Reservado para Conteúdo 2">
            <a:extLst>
              <a:ext uri="{FF2B5EF4-FFF2-40B4-BE49-F238E27FC236}">
                <a16:creationId xmlns:a16="http://schemas.microsoft.com/office/drawing/2014/main" id="{9B5C7D04-725B-07AB-5AC5-2F29D36D9FD7}"/>
              </a:ext>
            </a:extLst>
          </p:cNvPr>
          <p:cNvSpPr>
            <a:spLocks noGrp="1"/>
          </p:cNvSpPr>
          <p:nvPr>
            <p:ph idx="1"/>
          </p:nvPr>
        </p:nvSpPr>
        <p:spPr/>
        <p:txBody>
          <a:bodyPr/>
          <a:lstStyle/>
          <a:p>
            <a:endParaRPr lang="pt-BR" dirty="0"/>
          </a:p>
        </p:txBody>
      </p:sp>
      <p:pic>
        <p:nvPicPr>
          <p:cNvPr id="5" name="Imagem 4" descr="The image displays a series of scan parameters and their corresponding dose percentages, organized in a tabular format. It includes various scan types such as depth scan, crossline, and inline, along with different edge sizes (EDGE) and photon energy levels (e.g., 6MeV/MV). Each scan type has associated dose percentages, such as 40%, 20%, and 0%, which may indicate the dose delivered to the targeted area during a radiological procedure.&#10;&#10;O conteúdo gerado por IA pode estar incorreto.">
            <a:extLst>
              <a:ext uri="{FF2B5EF4-FFF2-40B4-BE49-F238E27FC236}">
                <a16:creationId xmlns:a16="http://schemas.microsoft.com/office/drawing/2014/main" id="{4AEBA637-4D41-3CFD-7374-49D6FFD56B76}"/>
              </a:ext>
            </a:extLst>
          </p:cNvPr>
          <p:cNvPicPr>
            <a:picLocks noChangeAspect="1"/>
          </p:cNvPicPr>
          <p:nvPr/>
        </p:nvPicPr>
        <p:blipFill>
          <a:blip r:embed="rId2"/>
          <a:stretch>
            <a:fillRect/>
          </a:stretch>
        </p:blipFill>
        <p:spPr>
          <a:xfrm>
            <a:off x="467032" y="1333551"/>
            <a:ext cx="11257935" cy="5386798"/>
          </a:xfrm>
          <a:prstGeom prst="rect">
            <a:avLst/>
          </a:prstGeom>
        </p:spPr>
      </p:pic>
    </p:spTree>
    <p:extLst>
      <p:ext uri="{BB962C8B-B14F-4D97-AF65-F5344CB8AC3E}">
        <p14:creationId xmlns:p14="http://schemas.microsoft.com/office/powerpoint/2010/main" val="720357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38818-49CE-7D58-BE39-9268B65712F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CB202A-CF77-B019-BA98-358B3D29A517}"/>
              </a:ext>
            </a:extLst>
          </p:cNvPr>
          <p:cNvSpPr>
            <a:spLocks noGrp="1"/>
          </p:cNvSpPr>
          <p:nvPr>
            <p:ph type="title"/>
          </p:nvPr>
        </p:nvSpPr>
        <p:spPr/>
        <p:txBody>
          <a:bodyPr/>
          <a:lstStyle/>
          <a:p>
            <a:r>
              <a:rPr lang="pt-BR" dirty="0"/>
              <a:t>PDP SNC125 – </a:t>
            </a:r>
            <a:r>
              <a:rPr lang="pt-BR" dirty="0" err="1"/>
              <a:t>raw</a:t>
            </a:r>
            <a:r>
              <a:rPr lang="pt-BR" dirty="0"/>
              <a:t> data</a:t>
            </a:r>
          </a:p>
        </p:txBody>
      </p:sp>
      <p:sp>
        <p:nvSpPr>
          <p:cNvPr id="3" name="Espaço Reservado para Conteúdo 2">
            <a:extLst>
              <a:ext uri="{FF2B5EF4-FFF2-40B4-BE49-F238E27FC236}">
                <a16:creationId xmlns:a16="http://schemas.microsoft.com/office/drawing/2014/main" id="{AA9ED54F-6AB0-5CD1-D7D1-FCDC0E9082FD}"/>
              </a:ext>
            </a:extLst>
          </p:cNvPr>
          <p:cNvSpPr>
            <a:spLocks noGrp="1"/>
          </p:cNvSpPr>
          <p:nvPr>
            <p:ph idx="1"/>
          </p:nvPr>
        </p:nvSpPr>
        <p:spPr/>
        <p:txBody>
          <a:bodyPr/>
          <a:lstStyle/>
          <a:p>
            <a:endParaRPr lang="pt-BR"/>
          </a:p>
        </p:txBody>
      </p:sp>
      <p:pic>
        <p:nvPicPr>
          <p:cNvPr id="6" name="Imagem 5" descr="The image displays a graph showing the dose (%) normalized, with the X-axis representing the scan depth in centimeters and the Y-axis showing various photon energy levels, with different scan types (Depth Scan, Crossline, Inline) and detector SNC125c (5005).&#10;&#10;O conteúdo gerado por IA pode estar incorreto.">
            <a:extLst>
              <a:ext uri="{FF2B5EF4-FFF2-40B4-BE49-F238E27FC236}">
                <a16:creationId xmlns:a16="http://schemas.microsoft.com/office/drawing/2014/main" id="{5B34414B-9141-D570-16DA-5589E5963DED}"/>
              </a:ext>
            </a:extLst>
          </p:cNvPr>
          <p:cNvPicPr>
            <a:picLocks noChangeAspect="1"/>
          </p:cNvPicPr>
          <p:nvPr/>
        </p:nvPicPr>
        <p:blipFill>
          <a:blip r:embed="rId2"/>
          <a:stretch>
            <a:fillRect/>
          </a:stretch>
        </p:blipFill>
        <p:spPr>
          <a:xfrm>
            <a:off x="304800" y="1355038"/>
            <a:ext cx="11425084" cy="5502962"/>
          </a:xfrm>
          <a:prstGeom prst="rect">
            <a:avLst/>
          </a:prstGeom>
        </p:spPr>
      </p:pic>
    </p:spTree>
    <p:extLst>
      <p:ext uri="{BB962C8B-B14F-4D97-AF65-F5344CB8AC3E}">
        <p14:creationId xmlns:p14="http://schemas.microsoft.com/office/powerpoint/2010/main" val="41288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EAF58-9A54-8B84-F8E9-4B87A0AB380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5BDA36-CDF2-ECF6-8AA8-98D44EF297FC}"/>
              </a:ext>
            </a:extLst>
          </p:cNvPr>
          <p:cNvSpPr>
            <a:spLocks noGrp="1"/>
          </p:cNvSpPr>
          <p:nvPr>
            <p:ph type="title"/>
          </p:nvPr>
        </p:nvSpPr>
        <p:spPr/>
        <p:txBody>
          <a:bodyPr/>
          <a:lstStyle/>
          <a:p>
            <a:r>
              <a:rPr lang="pt-BR" dirty="0"/>
              <a:t>Perfil SNC125 – </a:t>
            </a:r>
            <a:r>
              <a:rPr lang="pt-BR" dirty="0" err="1"/>
              <a:t>raw</a:t>
            </a:r>
            <a:r>
              <a:rPr lang="pt-BR" dirty="0"/>
              <a:t> data</a:t>
            </a:r>
          </a:p>
        </p:txBody>
      </p:sp>
      <p:sp>
        <p:nvSpPr>
          <p:cNvPr id="3" name="Espaço Reservado para Conteúdo 2">
            <a:extLst>
              <a:ext uri="{FF2B5EF4-FFF2-40B4-BE49-F238E27FC236}">
                <a16:creationId xmlns:a16="http://schemas.microsoft.com/office/drawing/2014/main" id="{C0ECA140-B9FB-14B2-FE2C-9870F32BA9FA}"/>
              </a:ext>
            </a:extLst>
          </p:cNvPr>
          <p:cNvSpPr>
            <a:spLocks noGrp="1"/>
          </p:cNvSpPr>
          <p:nvPr>
            <p:ph idx="1"/>
          </p:nvPr>
        </p:nvSpPr>
        <p:spPr/>
        <p:txBody>
          <a:bodyPr/>
          <a:lstStyle/>
          <a:p>
            <a:endParaRPr lang="pt-BR" dirty="0"/>
          </a:p>
        </p:txBody>
      </p:sp>
      <p:pic>
        <p:nvPicPr>
          <p:cNvPr id="6" name="Imagem 5" descr="The image shows a graphical user interface with various options for setting up a scanning procedure, including different detector types, scan types, and settings. The interface includes a line graph displaying a dose distribution, with a color scale and axis labels for position X and Y.&#10;&#10;O conteúdo gerado por IA pode estar incorreto.">
            <a:extLst>
              <a:ext uri="{FF2B5EF4-FFF2-40B4-BE49-F238E27FC236}">
                <a16:creationId xmlns:a16="http://schemas.microsoft.com/office/drawing/2014/main" id="{E1796AC2-A224-3EB8-DF5D-F3175184425C}"/>
              </a:ext>
            </a:extLst>
          </p:cNvPr>
          <p:cNvPicPr>
            <a:picLocks noChangeAspect="1"/>
          </p:cNvPicPr>
          <p:nvPr/>
        </p:nvPicPr>
        <p:blipFill>
          <a:blip r:embed="rId2"/>
          <a:stretch>
            <a:fillRect/>
          </a:stretch>
        </p:blipFill>
        <p:spPr>
          <a:xfrm>
            <a:off x="548148" y="1327949"/>
            <a:ext cx="10805652" cy="5530051"/>
          </a:xfrm>
          <a:prstGeom prst="rect">
            <a:avLst/>
          </a:prstGeom>
        </p:spPr>
      </p:pic>
    </p:spTree>
    <p:extLst>
      <p:ext uri="{BB962C8B-B14F-4D97-AF65-F5344CB8AC3E}">
        <p14:creationId xmlns:p14="http://schemas.microsoft.com/office/powerpoint/2010/main" val="3408614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E84344-0470-38DE-EC5C-12CAE2F191F6}"/>
              </a:ext>
            </a:extLst>
          </p:cNvPr>
          <p:cNvSpPr>
            <a:spLocks noGrp="1"/>
          </p:cNvSpPr>
          <p:nvPr>
            <p:ph type="title"/>
          </p:nvPr>
        </p:nvSpPr>
        <p:spPr/>
        <p:txBody>
          <a:bodyPr/>
          <a:lstStyle/>
          <a:p>
            <a:r>
              <a:rPr lang="pt-BR" dirty="0"/>
              <a:t>MC PDP e perfil</a:t>
            </a:r>
          </a:p>
        </p:txBody>
      </p:sp>
      <p:sp>
        <p:nvSpPr>
          <p:cNvPr id="3" name="Espaço Reservado para Conteúdo 2">
            <a:extLst>
              <a:ext uri="{FF2B5EF4-FFF2-40B4-BE49-F238E27FC236}">
                <a16:creationId xmlns:a16="http://schemas.microsoft.com/office/drawing/2014/main" id="{645AE890-56EF-01BE-6A65-5BAB23EB6FFA}"/>
              </a:ext>
            </a:extLst>
          </p:cNvPr>
          <p:cNvSpPr>
            <a:spLocks noGrp="1"/>
          </p:cNvSpPr>
          <p:nvPr>
            <p:ph idx="1"/>
          </p:nvPr>
        </p:nvSpPr>
        <p:spPr/>
        <p:txBody>
          <a:bodyPr/>
          <a:lstStyle/>
          <a:p>
            <a:endParaRPr lang="pt-BR"/>
          </a:p>
        </p:txBody>
      </p:sp>
      <p:pic>
        <p:nvPicPr>
          <p:cNvPr id="5" name="Imagem 4" descr="The image shows a graphical representation of various scan configurations, including different types of scans (Depth Scan, Crossline, Inline, Feixe), energy levels (Photon 6MeV/MV), and different types of detectors (MonteCarlo, CCC). The image also includes various depths (d=5.0cm) and filter types (CL, IL, PDP).&#10;&#10;O conteúdo gerado por IA pode estar incorreto.">
            <a:extLst>
              <a:ext uri="{FF2B5EF4-FFF2-40B4-BE49-F238E27FC236}">
                <a16:creationId xmlns:a16="http://schemas.microsoft.com/office/drawing/2014/main" id="{99D04029-F40E-A212-6056-53FC4B4BC584}"/>
              </a:ext>
            </a:extLst>
          </p:cNvPr>
          <p:cNvPicPr>
            <a:picLocks noChangeAspect="1"/>
          </p:cNvPicPr>
          <p:nvPr/>
        </p:nvPicPr>
        <p:blipFill>
          <a:blip r:embed="rId2"/>
          <a:stretch>
            <a:fillRect/>
          </a:stretch>
        </p:blipFill>
        <p:spPr>
          <a:xfrm>
            <a:off x="351503" y="1290642"/>
            <a:ext cx="11002297" cy="5567358"/>
          </a:xfrm>
          <a:prstGeom prst="rect">
            <a:avLst/>
          </a:prstGeom>
        </p:spPr>
      </p:pic>
    </p:spTree>
    <p:extLst>
      <p:ext uri="{BB962C8B-B14F-4D97-AF65-F5344CB8AC3E}">
        <p14:creationId xmlns:p14="http://schemas.microsoft.com/office/powerpoint/2010/main" val="2896668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46532-7CC0-02B4-E7C7-3148AA95EEA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610B4B-E055-411D-914E-C59E42714F55}"/>
              </a:ext>
            </a:extLst>
          </p:cNvPr>
          <p:cNvSpPr>
            <a:spLocks noGrp="1"/>
          </p:cNvSpPr>
          <p:nvPr>
            <p:ph type="title"/>
          </p:nvPr>
        </p:nvSpPr>
        <p:spPr/>
        <p:txBody>
          <a:bodyPr/>
          <a:lstStyle/>
          <a:p>
            <a:r>
              <a:rPr lang="pt-BR" dirty="0"/>
              <a:t>CCC PDP e perfil</a:t>
            </a:r>
          </a:p>
        </p:txBody>
      </p:sp>
      <p:sp>
        <p:nvSpPr>
          <p:cNvPr id="3" name="Espaço Reservado para Conteúdo 2">
            <a:extLst>
              <a:ext uri="{FF2B5EF4-FFF2-40B4-BE49-F238E27FC236}">
                <a16:creationId xmlns:a16="http://schemas.microsoft.com/office/drawing/2014/main" id="{06C0BD75-6933-ABC8-2521-4564B40F14C6}"/>
              </a:ext>
            </a:extLst>
          </p:cNvPr>
          <p:cNvSpPr>
            <a:spLocks noGrp="1"/>
          </p:cNvSpPr>
          <p:nvPr>
            <p:ph idx="1"/>
          </p:nvPr>
        </p:nvSpPr>
        <p:spPr/>
        <p:txBody>
          <a:bodyPr/>
          <a:lstStyle/>
          <a:p>
            <a:endParaRPr lang="pt-BR"/>
          </a:p>
        </p:txBody>
      </p:sp>
      <p:pic>
        <p:nvPicPr>
          <p:cNvPr id="6" name="Imagem 5" descr="The image displays a selection of various types of scans, including depth scans, crosslines, and inline scans, with different configurations and resolutions such as CCC 1mm, 2mm, 4mm, and 0.5mm, and different detection methods like PDP and TPS.&#10;&#10;O conteúdo gerado por IA pode estar incorreto.">
            <a:extLst>
              <a:ext uri="{FF2B5EF4-FFF2-40B4-BE49-F238E27FC236}">
                <a16:creationId xmlns:a16="http://schemas.microsoft.com/office/drawing/2014/main" id="{45B38BA6-1F6F-D712-5955-80E4A399A358}"/>
              </a:ext>
            </a:extLst>
          </p:cNvPr>
          <p:cNvPicPr>
            <a:picLocks noChangeAspect="1"/>
          </p:cNvPicPr>
          <p:nvPr/>
        </p:nvPicPr>
        <p:blipFill>
          <a:blip r:embed="rId2"/>
          <a:stretch>
            <a:fillRect/>
          </a:stretch>
        </p:blipFill>
        <p:spPr>
          <a:xfrm>
            <a:off x="693173" y="1336757"/>
            <a:ext cx="10515600" cy="5329074"/>
          </a:xfrm>
          <a:prstGeom prst="rect">
            <a:avLst/>
          </a:prstGeom>
        </p:spPr>
      </p:pic>
    </p:spTree>
    <p:extLst>
      <p:ext uri="{BB962C8B-B14F-4D97-AF65-F5344CB8AC3E}">
        <p14:creationId xmlns:p14="http://schemas.microsoft.com/office/powerpoint/2010/main" val="2670252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The image displays a graphical interface for analyzing and editing depth scans of a photon beam in a SNC (Sensor Nucleus Coil) device. It includes functionalities for importing and resetting data, as well as options to edit and view original versus edited scans. The interface includes a variety of parameters such as photon energy, scan dimensions, and depth measurements.&#10;&#10;O conteúdo gerado por IA pode estar incorreto.">
            <a:extLst>
              <a:ext uri="{FF2B5EF4-FFF2-40B4-BE49-F238E27FC236}">
                <a16:creationId xmlns:a16="http://schemas.microsoft.com/office/drawing/2014/main" id="{1960AB28-CD22-01E2-0B31-E31FC0E7611F}"/>
              </a:ext>
            </a:extLst>
          </p:cNvPr>
          <p:cNvPicPr>
            <a:picLocks noChangeAspect="1"/>
          </p:cNvPicPr>
          <p:nvPr/>
        </p:nvPicPr>
        <p:blipFill>
          <a:blip r:embed="rId2"/>
          <a:stretch>
            <a:fillRect/>
          </a:stretch>
        </p:blipFill>
        <p:spPr>
          <a:xfrm>
            <a:off x="993058" y="1528557"/>
            <a:ext cx="10205884" cy="5329443"/>
          </a:xfrm>
          <a:prstGeom prst="rect">
            <a:avLst/>
          </a:prstGeom>
        </p:spPr>
      </p:pic>
      <p:sp>
        <p:nvSpPr>
          <p:cNvPr id="2" name="Título 1">
            <a:extLst>
              <a:ext uri="{FF2B5EF4-FFF2-40B4-BE49-F238E27FC236}">
                <a16:creationId xmlns:a16="http://schemas.microsoft.com/office/drawing/2014/main" id="{D152EE7B-2675-0D30-4FEF-E22F4B8661F4}"/>
              </a:ext>
            </a:extLst>
          </p:cNvPr>
          <p:cNvSpPr>
            <a:spLocks noGrp="1"/>
          </p:cNvSpPr>
          <p:nvPr>
            <p:ph type="title"/>
          </p:nvPr>
        </p:nvSpPr>
        <p:spPr/>
        <p:txBody>
          <a:bodyPr/>
          <a:lstStyle/>
          <a:p>
            <a:r>
              <a:rPr lang="pt-BR" dirty="0"/>
              <a:t>1 comparação entre detectores – PDP </a:t>
            </a:r>
            <a:r>
              <a:rPr lang="pt-BR" dirty="0" err="1"/>
              <a:t>edge</a:t>
            </a:r>
            <a:endParaRPr lang="pt-BR" dirty="0"/>
          </a:p>
        </p:txBody>
      </p:sp>
      <p:sp>
        <p:nvSpPr>
          <p:cNvPr id="3" name="Espaço Reservado para Conteúdo 2">
            <a:extLst>
              <a:ext uri="{FF2B5EF4-FFF2-40B4-BE49-F238E27FC236}">
                <a16:creationId xmlns:a16="http://schemas.microsoft.com/office/drawing/2014/main" id="{D4F73F78-C952-F985-17D1-0EDA1D31D206}"/>
              </a:ext>
            </a:extLst>
          </p:cNvPr>
          <p:cNvSpPr>
            <a:spLocks noGrp="1"/>
          </p:cNvSpPr>
          <p:nvPr>
            <p:ph idx="1"/>
          </p:nvPr>
        </p:nvSpPr>
        <p:spPr>
          <a:xfrm>
            <a:off x="435077" y="1528557"/>
            <a:ext cx="10515600" cy="4351338"/>
          </a:xfrm>
        </p:spPr>
        <p:txBody>
          <a:bodyPr/>
          <a:lstStyle/>
          <a:p>
            <a:r>
              <a:rPr lang="pt-BR" dirty="0"/>
              <a:t>Suavizado as curvas de </a:t>
            </a:r>
            <a:r>
              <a:rPr lang="pt-BR" dirty="0" err="1"/>
              <a:t>pdp</a:t>
            </a:r>
            <a:endParaRPr lang="pt-BR" dirty="0"/>
          </a:p>
        </p:txBody>
      </p:sp>
    </p:spTree>
    <p:extLst>
      <p:ext uri="{BB962C8B-B14F-4D97-AF65-F5344CB8AC3E}">
        <p14:creationId xmlns:p14="http://schemas.microsoft.com/office/powerpoint/2010/main" val="278625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47D334-E62D-585B-23FA-8540597AD080}"/>
              </a:ext>
            </a:extLst>
          </p:cNvPr>
          <p:cNvSpPr>
            <a:spLocks noGrp="1"/>
          </p:cNvSpPr>
          <p:nvPr>
            <p:ph type="title"/>
          </p:nvPr>
        </p:nvSpPr>
        <p:spPr/>
        <p:txBody>
          <a:bodyPr/>
          <a:lstStyle/>
          <a:p>
            <a:r>
              <a:rPr lang="pt-BR" dirty="0"/>
              <a:t>1 comparação entre detectores – PDP snc125</a:t>
            </a:r>
          </a:p>
        </p:txBody>
      </p:sp>
      <p:sp>
        <p:nvSpPr>
          <p:cNvPr id="3" name="Espaço Reservado para Conteúdo 2">
            <a:extLst>
              <a:ext uri="{FF2B5EF4-FFF2-40B4-BE49-F238E27FC236}">
                <a16:creationId xmlns:a16="http://schemas.microsoft.com/office/drawing/2014/main" id="{884F3034-871D-C23B-E2DF-56948A03E224}"/>
              </a:ext>
            </a:extLst>
          </p:cNvPr>
          <p:cNvSpPr>
            <a:spLocks noGrp="1"/>
          </p:cNvSpPr>
          <p:nvPr>
            <p:ph idx="1"/>
          </p:nvPr>
        </p:nvSpPr>
        <p:spPr/>
        <p:txBody>
          <a:bodyPr/>
          <a:lstStyle/>
          <a:p>
            <a:endParaRPr lang="pt-BR"/>
          </a:p>
        </p:txBody>
      </p:sp>
      <p:pic>
        <p:nvPicPr>
          <p:cNvPr id="5" name="Imagem 4" descr="The image displays a graphical interface with various data fields and options for editing and analyzing scan data, such as photon energy, scan type, and depth, along with tools for smoothing and normalizing the data.&#10;&#10;O conteúdo gerado por IA pode estar incorreto.">
            <a:extLst>
              <a:ext uri="{FF2B5EF4-FFF2-40B4-BE49-F238E27FC236}">
                <a16:creationId xmlns:a16="http://schemas.microsoft.com/office/drawing/2014/main" id="{76360ED2-60B5-55C3-5C02-5AD35976D690}"/>
              </a:ext>
            </a:extLst>
          </p:cNvPr>
          <p:cNvPicPr>
            <a:picLocks noChangeAspect="1"/>
          </p:cNvPicPr>
          <p:nvPr/>
        </p:nvPicPr>
        <p:blipFill>
          <a:blip r:embed="rId2"/>
          <a:stretch>
            <a:fillRect/>
          </a:stretch>
        </p:blipFill>
        <p:spPr>
          <a:xfrm>
            <a:off x="1248696" y="1667848"/>
            <a:ext cx="9834716" cy="5012766"/>
          </a:xfrm>
          <a:prstGeom prst="rect">
            <a:avLst/>
          </a:prstGeom>
        </p:spPr>
      </p:pic>
    </p:spTree>
    <p:extLst>
      <p:ext uri="{BB962C8B-B14F-4D97-AF65-F5344CB8AC3E}">
        <p14:creationId xmlns:p14="http://schemas.microsoft.com/office/powerpoint/2010/main" val="2104783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3686F6-F2E8-B96A-7802-78E04BFE6957}"/>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70D81425-5DFE-1090-950B-68AD2868817B}"/>
              </a:ext>
            </a:extLst>
          </p:cNvPr>
          <p:cNvSpPr>
            <a:spLocks noGrp="1"/>
          </p:cNvSpPr>
          <p:nvPr>
            <p:ph idx="1"/>
          </p:nvPr>
        </p:nvSpPr>
        <p:spPr/>
        <p:txBody>
          <a:bodyPr/>
          <a:lstStyle/>
          <a:p>
            <a:endParaRPr lang="pt-BR"/>
          </a:p>
        </p:txBody>
      </p:sp>
      <p:pic>
        <p:nvPicPr>
          <p:cNvPr id="5" name="Imagem 4" descr="The image displays a graph with a line representing a depth scan of a 10x10 cm region, showing gamma radiation levels and dosage percentages, and includes a pass rate of 97.9%.&#10;&#10;O conteúdo gerado por IA pode estar incorreto.">
            <a:extLst>
              <a:ext uri="{FF2B5EF4-FFF2-40B4-BE49-F238E27FC236}">
                <a16:creationId xmlns:a16="http://schemas.microsoft.com/office/drawing/2014/main" id="{E9323304-BF74-D556-F68B-8ECDE2EF7F6E}"/>
              </a:ext>
            </a:extLst>
          </p:cNvPr>
          <p:cNvPicPr>
            <a:picLocks noChangeAspect="1"/>
          </p:cNvPicPr>
          <p:nvPr/>
        </p:nvPicPr>
        <p:blipFill>
          <a:blip r:embed="rId2"/>
          <a:stretch>
            <a:fillRect/>
          </a:stretch>
        </p:blipFill>
        <p:spPr>
          <a:xfrm>
            <a:off x="0" y="321675"/>
            <a:ext cx="12192000" cy="6214649"/>
          </a:xfrm>
          <a:prstGeom prst="rect">
            <a:avLst/>
          </a:prstGeom>
        </p:spPr>
      </p:pic>
      <p:sp>
        <p:nvSpPr>
          <p:cNvPr id="6" name="Espaço Reservado para Conteúdo 2">
            <a:extLst>
              <a:ext uri="{FF2B5EF4-FFF2-40B4-BE49-F238E27FC236}">
                <a16:creationId xmlns:a16="http://schemas.microsoft.com/office/drawing/2014/main" id="{A77F0DC5-38FD-1D2E-C4D3-A012C1583C25}"/>
              </a:ext>
            </a:extLst>
          </p:cNvPr>
          <p:cNvSpPr txBox="1">
            <a:spLocks/>
          </p:cNvSpPr>
          <p:nvPr/>
        </p:nvSpPr>
        <p:spPr>
          <a:xfrm>
            <a:off x="149942" y="3429000"/>
            <a:ext cx="3311013" cy="12019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10x10</a:t>
            </a:r>
          </a:p>
        </p:txBody>
      </p:sp>
    </p:spTree>
    <p:extLst>
      <p:ext uri="{BB962C8B-B14F-4D97-AF65-F5344CB8AC3E}">
        <p14:creationId xmlns:p14="http://schemas.microsoft.com/office/powerpoint/2010/main" val="3950821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The image displays a graphical representation of a dose distribution scan, showcasing the gamma (radiation) levels across different depths (Z) in centimeters, with a pass rate of 94.6%.&#10;&#10;O conteúdo gerado por IA pode estar incorreto.">
            <a:extLst>
              <a:ext uri="{FF2B5EF4-FFF2-40B4-BE49-F238E27FC236}">
                <a16:creationId xmlns:a16="http://schemas.microsoft.com/office/drawing/2014/main" id="{2FB30E54-6779-9CB4-5B13-38E32AC6FF05}"/>
              </a:ext>
            </a:extLst>
          </p:cNvPr>
          <p:cNvPicPr>
            <a:picLocks noChangeAspect="1"/>
          </p:cNvPicPr>
          <p:nvPr/>
        </p:nvPicPr>
        <p:blipFill>
          <a:blip r:embed="rId2"/>
          <a:stretch>
            <a:fillRect/>
          </a:stretch>
        </p:blipFill>
        <p:spPr>
          <a:xfrm>
            <a:off x="-80963" y="227973"/>
            <a:ext cx="12192000" cy="6497304"/>
          </a:xfrm>
          <a:prstGeom prst="rect">
            <a:avLst/>
          </a:prstGeom>
        </p:spPr>
      </p:pic>
      <p:sp>
        <p:nvSpPr>
          <p:cNvPr id="3" name="Espaço Reservado para Conteúdo 2">
            <a:extLst>
              <a:ext uri="{FF2B5EF4-FFF2-40B4-BE49-F238E27FC236}">
                <a16:creationId xmlns:a16="http://schemas.microsoft.com/office/drawing/2014/main" id="{CDEC76ED-AD81-C7C3-C7D8-DE501F08D804}"/>
              </a:ext>
            </a:extLst>
          </p:cNvPr>
          <p:cNvSpPr>
            <a:spLocks noGrp="1"/>
          </p:cNvSpPr>
          <p:nvPr>
            <p:ph idx="1"/>
          </p:nvPr>
        </p:nvSpPr>
        <p:spPr>
          <a:xfrm>
            <a:off x="149942" y="3429000"/>
            <a:ext cx="3311013" cy="1201994"/>
          </a:xfrm>
        </p:spPr>
        <p:txBody>
          <a:bodyPr>
            <a:normAutofit fontScale="85000" lnSpcReduction="20000"/>
          </a:bodyPr>
          <a:lstStyle/>
          <a:p>
            <a:r>
              <a:rPr lang="pt-BR" dirty="0"/>
              <a:t>2x2</a:t>
            </a:r>
            <a:br>
              <a:rPr lang="pt-BR" dirty="0"/>
            </a:br>
            <a:r>
              <a:rPr lang="pt-BR" dirty="0"/>
              <a:t>Medida com o Edge campo nominal invertido </a:t>
            </a:r>
          </a:p>
        </p:txBody>
      </p:sp>
    </p:spTree>
    <p:extLst>
      <p:ext uri="{BB962C8B-B14F-4D97-AF65-F5344CB8AC3E}">
        <p14:creationId xmlns:p14="http://schemas.microsoft.com/office/powerpoint/2010/main" val="1288762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5FA2F9-81A7-3387-30E3-95452E03439A}"/>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C4EF67AD-CF3A-4644-F8C0-BD1943D15BFB}"/>
              </a:ext>
            </a:extLst>
          </p:cNvPr>
          <p:cNvSpPr>
            <a:spLocks noGrp="1"/>
          </p:cNvSpPr>
          <p:nvPr>
            <p:ph idx="1"/>
          </p:nvPr>
        </p:nvSpPr>
        <p:spPr/>
        <p:txBody>
          <a:bodyPr/>
          <a:lstStyle/>
          <a:p>
            <a:endParaRPr lang="pt-BR"/>
          </a:p>
        </p:txBody>
      </p:sp>
      <p:pic>
        <p:nvPicPr>
          <p:cNvPr id="5" name="Imagem 4" descr="The image displays a gamma ray spectrometry report, detailing the scan results for a sample analyzed with a 1x1cm and 2x2cm detector, including photon energy, dose distribution, and pass rate metrics.&#10;&#10;O conteúdo gerado por IA pode estar incorreto.">
            <a:extLst>
              <a:ext uri="{FF2B5EF4-FFF2-40B4-BE49-F238E27FC236}">
                <a16:creationId xmlns:a16="http://schemas.microsoft.com/office/drawing/2014/main" id="{CF07FD12-D87D-18BD-5EC2-8B85CDB2675E}"/>
              </a:ext>
            </a:extLst>
          </p:cNvPr>
          <p:cNvPicPr>
            <a:picLocks noChangeAspect="1"/>
          </p:cNvPicPr>
          <p:nvPr/>
        </p:nvPicPr>
        <p:blipFill>
          <a:blip r:embed="rId2"/>
          <a:stretch>
            <a:fillRect/>
          </a:stretch>
        </p:blipFill>
        <p:spPr>
          <a:xfrm>
            <a:off x="0" y="333175"/>
            <a:ext cx="12192000" cy="6191649"/>
          </a:xfrm>
          <a:prstGeom prst="rect">
            <a:avLst/>
          </a:prstGeom>
        </p:spPr>
      </p:pic>
      <p:sp>
        <p:nvSpPr>
          <p:cNvPr id="6" name="Espaço Reservado para Conteúdo 2">
            <a:extLst>
              <a:ext uri="{FF2B5EF4-FFF2-40B4-BE49-F238E27FC236}">
                <a16:creationId xmlns:a16="http://schemas.microsoft.com/office/drawing/2014/main" id="{ACB56246-F040-E7E4-B4FF-E29C5C7E03CA}"/>
              </a:ext>
            </a:extLst>
          </p:cNvPr>
          <p:cNvSpPr txBox="1">
            <a:spLocks/>
          </p:cNvSpPr>
          <p:nvPr/>
        </p:nvSpPr>
        <p:spPr>
          <a:xfrm>
            <a:off x="149942" y="3428999"/>
            <a:ext cx="3311013" cy="217538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1X1</a:t>
            </a:r>
            <a:br>
              <a:rPr lang="pt-BR" dirty="0"/>
            </a:br>
            <a:r>
              <a:rPr lang="pt-BR" dirty="0" err="1"/>
              <a:t>pq</a:t>
            </a:r>
            <a:r>
              <a:rPr lang="pt-BR" dirty="0"/>
              <a:t> a Edge leu menos dose?</a:t>
            </a:r>
          </a:p>
          <a:p>
            <a:br>
              <a:rPr lang="pt-BR" dirty="0"/>
            </a:br>
            <a:r>
              <a:rPr lang="pt-BR" dirty="0"/>
              <a:t>Inclinação? </a:t>
            </a:r>
          </a:p>
          <a:p>
            <a:br>
              <a:rPr lang="pt-BR" dirty="0"/>
            </a:br>
            <a:r>
              <a:rPr lang="pt-BR" dirty="0"/>
              <a:t>Câmara de referência na frente do medidor</a:t>
            </a:r>
          </a:p>
        </p:txBody>
      </p:sp>
    </p:spTree>
    <p:extLst>
      <p:ext uri="{BB962C8B-B14F-4D97-AF65-F5344CB8AC3E}">
        <p14:creationId xmlns:p14="http://schemas.microsoft.com/office/powerpoint/2010/main" val="1072555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B923F8-B2E7-F245-AD5A-EB771C7BD3E8}"/>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2DD31B73-FF31-3AC4-8F76-1FEBA8C32C8D}"/>
              </a:ext>
            </a:extLst>
          </p:cNvPr>
          <p:cNvSpPr>
            <a:spLocks noGrp="1"/>
          </p:cNvSpPr>
          <p:nvPr>
            <p:ph idx="1"/>
          </p:nvPr>
        </p:nvSpPr>
        <p:spPr/>
        <p:txBody>
          <a:bodyPr/>
          <a:lstStyle/>
          <a:p>
            <a:endParaRPr lang="pt-BR"/>
          </a:p>
        </p:txBody>
      </p:sp>
      <p:pic>
        <p:nvPicPr>
          <p:cNvPr id="5" name="Imagem 4" descr="The image displays a graphical representation of a gamma dosimetry scan, with data points indicating photon energy levels, dose percentages, and pass rates, along with a threshold line for gamma evaluation.&#10;&#10;O conteúdo gerado por IA pode estar incorreto.">
            <a:extLst>
              <a:ext uri="{FF2B5EF4-FFF2-40B4-BE49-F238E27FC236}">
                <a16:creationId xmlns:a16="http://schemas.microsoft.com/office/drawing/2014/main" id="{48305239-954A-16CB-82F9-DF47244292AC}"/>
              </a:ext>
            </a:extLst>
          </p:cNvPr>
          <p:cNvPicPr>
            <a:picLocks noChangeAspect="1"/>
          </p:cNvPicPr>
          <p:nvPr/>
        </p:nvPicPr>
        <p:blipFill>
          <a:blip r:embed="rId2"/>
          <a:stretch>
            <a:fillRect/>
          </a:stretch>
        </p:blipFill>
        <p:spPr>
          <a:xfrm>
            <a:off x="0" y="318926"/>
            <a:ext cx="12192000" cy="6220148"/>
          </a:xfrm>
          <a:prstGeom prst="rect">
            <a:avLst/>
          </a:prstGeom>
        </p:spPr>
      </p:pic>
      <p:sp>
        <p:nvSpPr>
          <p:cNvPr id="6" name="Espaço Reservado para Conteúdo 2">
            <a:extLst>
              <a:ext uri="{FF2B5EF4-FFF2-40B4-BE49-F238E27FC236}">
                <a16:creationId xmlns:a16="http://schemas.microsoft.com/office/drawing/2014/main" id="{5ABB2E4C-9704-B9B9-BE79-32F0E29FA814}"/>
              </a:ext>
            </a:extLst>
          </p:cNvPr>
          <p:cNvSpPr txBox="1">
            <a:spLocks/>
          </p:cNvSpPr>
          <p:nvPr/>
        </p:nvSpPr>
        <p:spPr>
          <a:xfrm>
            <a:off x="149942" y="3428999"/>
            <a:ext cx="3311013" cy="21753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1X1</a:t>
            </a:r>
            <a:br>
              <a:rPr lang="pt-BR" dirty="0"/>
            </a:br>
            <a:endParaRPr lang="pt-BR" dirty="0"/>
          </a:p>
        </p:txBody>
      </p:sp>
    </p:spTree>
    <p:extLst>
      <p:ext uri="{BB962C8B-B14F-4D97-AF65-F5344CB8AC3E}">
        <p14:creationId xmlns:p14="http://schemas.microsoft.com/office/powerpoint/2010/main" val="2827765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34A54C-4B23-FDB5-EF22-434F23C100F8}"/>
              </a:ext>
            </a:extLst>
          </p:cNvPr>
          <p:cNvSpPr>
            <a:spLocks noGrp="1"/>
          </p:cNvSpPr>
          <p:nvPr>
            <p:ph type="title"/>
          </p:nvPr>
        </p:nvSpPr>
        <p:spPr/>
        <p:txBody>
          <a:bodyPr/>
          <a:lstStyle/>
          <a:p>
            <a:r>
              <a:rPr lang="pt-BR" dirty="0"/>
              <a:t>Analise do perfil do Edge</a:t>
            </a:r>
          </a:p>
        </p:txBody>
      </p:sp>
      <p:sp>
        <p:nvSpPr>
          <p:cNvPr id="3" name="Espaço Reservado para Conteúdo 2">
            <a:extLst>
              <a:ext uri="{FF2B5EF4-FFF2-40B4-BE49-F238E27FC236}">
                <a16:creationId xmlns:a16="http://schemas.microsoft.com/office/drawing/2014/main" id="{79519768-44A6-556B-FFF0-12759A4E772D}"/>
              </a:ext>
            </a:extLst>
          </p:cNvPr>
          <p:cNvSpPr>
            <a:spLocks noGrp="1"/>
          </p:cNvSpPr>
          <p:nvPr>
            <p:ph idx="1"/>
          </p:nvPr>
        </p:nvSpPr>
        <p:spPr/>
        <p:txBody>
          <a:bodyPr/>
          <a:lstStyle/>
          <a:p>
            <a:endParaRPr lang="pt-BR"/>
          </a:p>
        </p:txBody>
      </p:sp>
      <p:pic>
        <p:nvPicPr>
          <p:cNvPr id="5" name="Imagem 4" descr="The image displays a graph comparing the full width at half maximum (FWHM) of a signal, with the original data showing a value of 1.03 cm and the edited data showing a slightly lower value.&#10;&#10;O conteúdo gerado por IA pode estar incorreto.">
            <a:extLst>
              <a:ext uri="{FF2B5EF4-FFF2-40B4-BE49-F238E27FC236}">
                <a16:creationId xmlns:a16="http://schemas.microsoft.com/office/drawing/2014/main" id="{AB19C4A9-39EA-CEC4-1165-5BC2D04F1926}"/>
              </a:ext>
            </a:extLst>
          </p:cNvPr>
          <p:cNvPicPr>
            <a:picLocks noChangeAspect="1"/>
          </p:cNvPicPr>
          <p:nvPr/>
        </p:nvPicPr>
        <p:blipFill>
          <a:blip r:embed="rId2"/>
          <a:stretch>
            <a:fillRect/>
          </a:stretch>
        </p:blipFill>
        <p:spPr>
          <a:xfrm>
            <a:off x="175386" y="1348211"/>
            <a:ext cx="11841227" cy="5306165"/>
          </a:xfrm>
          <a:prstGeom prst="rect">
            <a:avLst/>
          </a:prstGeom>
        </p:spPr>
      </p:pic>
      <p:pic>
        <p:nvPicPr>
          <p:cNvPr id="6" name="Imagem 5" descr="The image displays a graph comparing the full width at half maximum (FWHM) of a signal, with the original data showing a value of 1.03 cm and the edited data showing a slightly lower value.&#10;&#10;O conteúdo gerado por IA pode estar incorreto.">
            <a:extLst>
              <a:ext uri="{FF2B5EF4-FFF2-40B4-BE49-F238E27FC236}">
                <a16:creationId xmlns:a16="http://schemas.microsoft.com/office/drawing/2014/main" id="{E4A3C197-AAED-1147-1EF3-F17EC6EDA603}"/>
              </a:ext>
            </a:extLst>
          </p:cNvPr>
          <p:cNvPicPr>
            <a:picLocks noChangeAspect="1"/>
          </p:cNvPicPr>
          <p:nvPr/>
        </p:nvPicPr>
        <p:blipFill>
          <a:blip r:embed="rId2"/>
          <a:srcRect l="89732" t="7667" b="71765"/>
          <a:stretch>
            <a:fillRect/>
          </a:stretch>
        </p:blipFill>
        <p:spPr>
          <a:xfrm>
            <a:off x="8583562" y="206145"/>
            <a:ext cx="3608438" cy="3238960"/>
          </a:xfrm>
          <a:prstGeom prst="rect">
            <a:avLst/>
          </a:prstGeom>
        </p:spPr>
      </p:pic>
    </p:spTree>
    <p:extLst>
      <p:ext uri="{BB962C8B-B14F-4D97-AF65-F5344CB8AC3E}">
        <p14:creationId xmlns:p14="http://schemas.microsoft.com/office/powerpoint/2010/main" val="1696082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9F388A-BC68-5020-6D42-EE7AC75633ED}"/>
              </a:ext>
            </a:extLst>
          </p:cNvPr>
          <p:cNvSpPr>
            <a:spLocks noGrp="1"/>
          </p:cNvSpPr>
          <p:nvPr>
            <p:ph type="title"/>
          </p:nvPr>
        </p:nvSpPr>
        <p:spPr/>
        <p:txBody>
          <a:bodyPr/>
          <a:lstStyle/>
          <a:p>
            <a:r>
              <a:rPr lang="pt-BR" dirty="0"/>
              <a:t>INLINE 1x1</a:t>
            </a:r>
          </a:p>
        </p:txBody>
      </p:sp>
      <p:sp>
        <p:nvSpPr>
          <p:cNvPr id="3" name="Espaço Reservado para Conteúdo 2">
            <a:extLst>
              <a:ext uri="{FF2B5EF4-FFF2-40B4-BE49-F238E27FC236}">
                <a16:creationId xmlns:a16="http://schemas.microsoft.com/office/drawing/2014/main" id="{4990F47B-2E80-C7F5-3673-33FC4A002555}"/>
              </a:ext>
            </a:extLst>
          </p:cNvPr>
          <p:cNvSpPr>
            <a:spLocks noGrp="1"/>
          </p:cNvSpPr>
          <p:nvPr>
            <p:ph idx="1"/>
          </p:nvPr>
        </p:nvSpPr>
        <p:spPr/>
        <p:txBody>
          <a:bodyPr/>
          <a:lstStyle/>
          <a:p>
            <a:endParaRPr lang="pt-BR"/>
          </a:p>
        </p:txBody>
      </p:sp>
      <p:pic>
        <p:nvPicPr>
          <p:cNvPr id="5" name="Imagem 4" descr="The image displays a graph with a gamma distribution curve, likely representing radiation measurements or particle counts, including a threshold line and various data points indicating different values and positions.&#10;&#10;O conteúdo gerado por IA pode estar incorreto.">
            <a:extLst>
              <a:ext uri="{FF2B5EF4-FFF2-40B4-BE49-F238E27FC236}">
                <a16:creationId xmlns:a16="http://schemas.microsoft.com/office/drawing/2014/main" id="{881BCF2D-35E2-C654-87B8-4CB404DE3FD4}"/>
              </a:ext>
            </a:extLst>
          </p:cNvPr>
          <p:cNvPicPr>
            <a:picLocks noChangeAspect="1"/>
          </p:cNvPicPr>
          <p:nvPr/>
        </p:nvPicPr>
        <p:blipFill>
          <a:blip r:embed="rId2"/>
          <a:stretch>
            <a:fillRect/>
          </a:stretch>
        </p:blipFill>
        <p:spPr>
          <a:xfrm>
            <a:off x="553163" y="1372168"/>
            <a:ext cx="10892077" cy="5485832"/>
          </a:xfrm>
          <a:prstGeom prst="rect">
            <a:avLst/>
          </a:prstGeom>
        </p:spPr>
      </p:pic>
    </p:spTree>
    <p:extLst>
      <p:ext uri="{BB962C8B-B14F-4D97-AF65-F5344CB8AC3E}">
        <p14:creationId xmlns:p14="http://schemas.microsoft.com/office/powerpoint/2010/main" val="3058342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2B26D-31AA-B2E6-2CB5-414A23F5AEF6}"/>
              </a:ext>
            </a:extLst>
          </p:cNvPr>
          <p:cNvSpPr>
            <a:spLocks noGrp="1"/>
          </p:cNvSpPr>
          <p:nvPr>
            <p:ph type="title"/>
          </p:nvPr>
        </p:nvSpPr>
        <p:spPr/>
        <p:txBody>
          <a:bodyPr/>
          <a:lstStyle/>
          <a:p>
            <a:r>
              <a:rPr lang="pt-BR" dirty="0" err="1"/>
              <a:t>Crossline</a:t>
            </a:r>
            <a:r>
              <a:rPr lang="pt-BR" dirty="0"/>
              <a:t> </a:t>
            </a:r>
            <a:r>
              <a:rPr lang="pt-BR" dirty="0" err="1"/>
              <a:t>vs</a:t>
            </a:r>
            <a:r>
              <a:rPr lang="pt-BR" dirty="0"/>
              <a:t> </a:t>
            </a:r>
            <a:r>
              <a:rPr lang="pt-BR" dirty="0" err="1"/>
              <a:t>Inline</a:t>
            </a:r>
            <a:endParaRPr lang="pt-BR" dirty="0"/>
          </a:p>
        </p:txBody>
      </p:sp>
      <p:sp>
        <p:nvSpPr>
          <p:cNvPr id="3" name="Espaço Reservado para Conteúdo 2">
            <a:extLst>
              <a:ext uri="{FF2B5EF4-FFF2-40B4-BE49-F238E27FC236}">
                <a16:creationId xmlns:a16="http://schemas.microsoft.com/office/drawing/2014/main" id="{7462B265-8F48-D273-7155-02DC7FD65B16}"/>
              </a:ext>
            </a:extLst>
          </p:cNvPr>
          <p:cNvSpPr>
            <a:spLocks noGrp="1"/>
          </p:cNvSpPr>
          <p:nvPr>
            <p:ph idx="1"/>
          </p:nvPr>
        </p:nvSpPr>
        <p:spPr/>
        <p:txBody>
          <a:bodyPr/>
          <a:lstStyle/>
          <a:p>
            <a:endParaRPr lang="pt-BR"/>
          </a:p>
        </p:txBody>
      </p:sp>
      <p:pic>
        <p:nvPicPr>
          <p:cNvPr id="4" name="Imagem 3" descr="The image displays a graph with a gamma distribution curve, likely representing radiation measurements or particle counts, including a threshold line and various data points indicating different values and positions.&#10;&#10;O conteúdo gerado por IA pode estar incorreto.">
            <a:extLst>
              <a:ext uri="{FF2B5EF4-FFF2-40B4-BE49-F238E27FC236}">
                <a16:creationId xmlns:a16="http://schemas.microsoft.com/office/drawing/2014/main" id="{07061D55-C5B8-A74E-607E-85A5F298FFFD}"/>
              </a:ext>
            </a:extLst>
          </p:cNvPr>
          <p:cNvPicPr>
            <a:picLocks noChangeAspect="1"/>
          </p:cNvPicPr>
          <p:nvPr/>
        </p:nvPicPr>
        <p:blipFill>
          <a:blip r:embed="rId2"/>
          <a:srcRect l="32835" t="1512" b="4929"/>
          <a:stretch>
            <a:fillRect/>
          </a:stretch>
        </p:blipFill>
        <p:spPr>
          <a:xfrm>
            <a:off x="6117453" y="1825625"/>
            <a:ext cx="5821225" cy="4083972"/>
          </a:xfrm>
          <a:prstGeom prst="rect">
            <a:avLst/>
          </a:prstGeom>
        </p:spPr>
      </p:pic>
      <p:pic>
        <p:nvPicPr>
          <p:cNvPr id="5" name="Imagem 4" descr="The image displays a graphical representation of a gamma dosimetry scan, with data points indicating photon energy levels, dose percentages, and pass rates, along with a threshold line for gamma evaluation.&#10;&#10;O conteúdo gerado por IA pode estar incorreto.">
            <a:extLst>
              <a:ext uri="{FF2B5EF4-FFF2-40B4-BE49-F238E27FC236}">
                <a16:creationId xmlns:a16="http://schemas.microsoft.com/office/drawing/2014/main" id="{253D8F46-55AA-561E-DA92-44C0C41ABEF4}"/>
              </a:ext>
            </a:extLst>
          </p:cNvPr>
          <p:cNvPicPr>
            <a:picLocks noChangeAspect="1"/>
          </p:cNvPicPr>
          <p:nvPr/>
        </p:nvPicPr>
        <p:blipFill>
          <a:blip r:embed="rId3"/>
          <a:srcRect l="33629" t="3651" b="5822"/>
          <a:stretch>
            <a:fillRect/>
          </a:stretch>
        </p:blipFill>
        <p:spPr>
          <a:xfrm>
            <a:off x="253322" y="1825625"/>
            <a:ext cx="5868956" cy="4083972"/>
          </a:xfrm>
          <a:prstGeom prst="rect">
            <a:avLst/>
          </a:prstGeom>
        </p:spPr>
      </p:pic>
    </p:spTree>
    <p:extLst>
      <p:ext uri="{BB962C8B-B14F-4D97-AF65-F5344CB8AC3E}">
        <p14:creationId xmlns:p14="http://schemas.microsoft.com/office/powerpoint/2010/main" val="2359776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4382C4-C7AB-EFF3-F854-BA4EE0038A23}"/>
              </a:ext>
            </a:extLst>
          </p:cNvPr>
          <p:cNvSpPr>
            <a:spLocks noGrp="1"/>
          </p:cNvSpPr>
          <p:nvPr>
            <p:ph type="title"/>
          </p:nvPr>
        </p:nvSpPr>
        <p:spPr/>
        <p:txBody>
          <a:bodyPr/>
          <a:lstStyle/>
          <a:p>
            <a:r>
              <a:rPr lang="pt-BR" dirty="0"/>
              <a:t>1x1 MC </a:t>
            </a:r>
            <a:r>
              <a:rPr lang="pt-BR" dirty="0" err="1"/>
              <a:t>vs</a:t>
            </a:r>
            <a:r>
              <a:rPr lang="pt-BR" dirty="0"/>
              <a:t> Edge (2%1mm)</a:t>
            </a:r>
          </a:p>
        </p:txBody>
      </p:sp>
      <p:pic>
        <p:nvPicPr>
          <p:cNvPr id="5" name="Espaço Reservado para Conteúdo 4" descr="The image displays a dose distribution graph for a gamma ray photon with a photon energy of 6 MeV, measured at a depth of 1mm, showing a dose percentage across different depths and a pass rate of 76.2% for a specific maximum and mean value.&#10;&#10;O conteúdo gerado por IA pode estar incorreto.">
            <a:extLst>
              <a:ext uri="{FF2B5EF4-FFF2-40B4-BE49-F238E27FC236}">
                <a16:creationId xmlns:a16="http://schemas.microsoft.com/office/drawing/2014/main" id="{AB07B83A-1E7D-9A2D-472F-91FB16252F64}"/>
              </a:ext>
            </a:extLst>
          </p:cNvPr>
          <p:cNvPicPr>
            <a:picLocks noGrp="1" noChangeAspect="1"/>
          </p:cNvPicPr>
          <p:nvPr>
            <p:ph idx="1"/>
          </p:nvPr>
        </p:nvPicPr>
        <p:blipFill>
          <a:blip r:embed="rId2"/>
          <a:stretch>
            <a:fillRect/>
          </a:stretch>
        </p:blipFill>
        <p:spPr>
          <a:xfrm>
            <a:off x="1940120" y="1825625"/>
            <a:ext cx="8311759" cy="4351338"/>
          </a:xfrm>
          <a:prstGeom prst="rect">
            <a:avLst/>
          </a:prstGeom>
        </p:spPr>
      </p:pic>
    </p:spTree>
    <p:extLst>
      <p:ext uri="{BB962C8B-B14F-4D97-AF65-F5344CB8AC3E}">
        <p14:creationId xmlns:p14="http://schemas.microsoft.com/office/powerpoint/2010/main" val="1202586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D9A13-5995-5BE4-22ED-CFC440E32C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910E81-B114-A79E-14DF-D2E58563EB77}"/>
              </a:ext>
            </a:extLst>
          </p:cNvPr>
          <p:cNvSpPr>
            <a:spLocks noGrp="1"/>
          </p:cNvSpPr>
          <p:nvPr>
            <p:ph type="title"/>
          </p:nvPr>
        </p:nvSpPr>
        <p:spPr/>
        <p:txBody>
          <a:bodyPr/>
          <a:lstStyle/>
          <a:p>
            <a:r>
              <a:rPr lang="pt-BR" dirty="0"/>
              <a:t>1x1 MC </a:t>
            </a:r>
            <a:r>
              <a:rPr lang="pt-BR" dirty="0" err="1"/>
              <a:t>vs</a:t>
            </a:r>
            <a:r>
              <a:rPr lang="pt-BR" dirty="0"/>
              <a:t> Edge (2%1mm)</a:t>
            </a:r>
          </a:p>
        </p:txBody>
      </p:sp>
      <p:sp>
        <p:nvSpPr>
          <p:cNvPr id="4" name="Espaço Reservado para Conteúdo 3">
            <a:extLst>
              <a:ext uri="{FF2B5EF4-FFF2-40B4-BE49-F238E27FC236}">
                <a16:creationId xmlns:a16="http://schemas.microsoft.com/office/drawing/2014/main" id="{52B77A37-A61A-40B2-587A-46E781D655AB}"/>
              </a:ext>
            </a:extLst>
          </p:cNvPr>
          <p:cNvSpPr>
            <a:spLocks noGrp="1"/>
          </p:cNvSpPr>
          <p:nvPr>
            <p:ph idx="1"/>
          </p:nvPr>
        </p:nvSpPr>
        <p:spPr/>
        <p:txBody>
          <a:bodyPr/>
          <a:lstStyle/>
          <a:p>
            <a:endParaRPr lang="pt-BR"/>
          </a:p>
        </p:txBody>
      </p:sp>
      <p:pic>
        <p:nvPicPr>
          <p:cNvPr id="7" name="Imagem 6" descr="The image displays a dose distribution chart for a photon beam with a 2.0% dose rate over a 1mm crossline, showing a pass rate of 96.2%.&#10;&#10;O conteúdo gerado por IA pode estar incorreto.">
            <a:extLst>
              <a:ext uri="{FF2B5EF4-FFF2-40B4-BE49-F238E27FC236}">
                <a16:creationId xmlns:a16="http://schemas.microsoft.com/office/drawing/2014/main" id="{46A72091-BA60-E9F0-B892-C267EBA74793}"/>
              </a:ext>
            </a:extLst>
          </p:cNvPr>
          <p:cNvPicPr>
            <a:picLocks noChangeAspect="1"/>
          </p:cNvPicPr>
          <p:nvPr/>
        </p:nvPicPr>
        <p:blipFill>
          <a:blip r:embed="rId2"/>
          <a:stretch>
            <a:fillRect/>
          </a:stretch>
        </p:blipFill>
        <p:spPr>
          <a:xfrm>
            <a:off x="1102057" y="1372572"/>
            <a:ext cx="9987885" cy="5401854"/>
          </a:xfrm>
          <a:prstGeom prst="rect">
            <a:avLst/>
          </a:prstGeom>
        </p:spPr>
      </p:pic>
    </p:spTree>
    <p:extLst>
      <p:ext uri="{BB962C8B-B14F-4D97-AF65-F5344CB8AC3E}">
        <p14:creationId xmlns:p14="http://schemas.microsoft.com/office/powerpoint/2010/main" val="971130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0DB1DF-3386-70FB-00A5-7D21FB313DAE}"/>
              </a:ext>
            </a:extLst>
          </p:cNvPr>
          <p:cNvSpPr>
            <a:spLocks noGrp="1"/>
          </p:cNvSpPr>
          <p:nvPr>
            <p:ph type="title"/>
          </p:nvPr>
        </p:nvSpPr>
        <p:spPr/>
        <p:txBody>
          <a:bodyPr/>
          <a:lstStyle/>
          <a:p>
            <a:r>
              <a:rPr lang="pt-BR" dirty="0"/>
              <a:t>1x1 MC </a:t>
            </a:r>
            <a:r>
              <a:rPr lang="pt-BR" dirty="0" err="1"/>
              <a:t>vs</a:t>
            </a:r>
            <a:r>
              <a:rPr lang="pt-BR" dirty="0"/>
              <a:t> snc125 (2%1mm)</a:t>
            </a:r>
          </a:p>
        </p:txBody>
      </p:sp>
      <p:sp>
        <p:nvSpPr>
          <p:cNvPr id="3" name="Espaço Reservado para Conteúdo 2">
            <a:extLst>
              <a:ext uri="{FF2B5EF4-FFF2-40B4-BE49-F238E27FC236}">
                <a16:creationId xmlns:a16="http://schemas.microsoft.com/office/drawing/2014/main" id="{416AFFE7-DFF9-7D9B-E2F0-CA1E215251D4}"/>
              </a:ext>
            </a:extLst>
          </p:cNvPr>
          <p:cNvSpPr>
            <a:spLocks noGrp="1"/>
          </p:cNvSpPr>
          <p:nvPr>
            <p:ph idx="1"/>
          </p:nvPr>
        </p:nvSpPr>
        <p:spPr/>
        <p:txBody>
          <a:bodyPr/>
          <a:lstStyle/>
          <a:p>
            <a:endParaRPr lang="pt-BR"/>
          </a:p>
        </p:txBody>
      </p:sp>
      <p:pic>
        <p:nvPicPr>
          <p:cNvPr id="5" name="Imagem 4" descr="The image displays a dose distribution curve for a gamma ray photon with an energy of 6 MeV/MV, measuring depth at 1mm, and indicates a photon beam passing through a material (SNC125c) with a Monte Carlo simulation.&#10;&#10;O conteúdo gerado por IA pode estar incorreto.">
            <a:extLst>
              <a:ext uri="{FF2B5EF4-FFF2-40B4-BE49-F238E27FC236}">
                <a16:creationId xmlns:a16="http://schemas.microsoft.com/office/drawing/2014/main" id="{C16BEC27-0752-C3BB-04FF-25C048A6F73A}"/>
              </a:ext>
            </a:extLst>
          </p:cNvPr>
          <p:cNvPicPr>
            <a:picLocks noChangeAspect="1"/>
          </p:cNvPicPr>
          <p:nvPr/>
        </p:nvPicPr>
        <p:blipFill>
          <a:blip r:embed="rId2"/>
          <a:stretch>
            <a:fillRect/>
          </a:stretch>
        </p:blipFill>
        <p:spPr>
          <a:xfrm>
            <a:off x="1140542" y="1401182"/>
            <a:ext cx="9509442" cy="5018036"/>
          </a:xfrm>
          <a:prstGeom prst="rect">
            <a:avLst/>
          </a:prstGeom>
        </p:spPr>
      </p:pic>
    </p:spTree>
    <p:extLst>
      <p:ext uri="{BB962C8B-B14F-4D97-AF65-F5344CB8AC3E}">
        <p14:creationId xmlns:p14="http://schemas.microsoft.com/office/powerpoint/2010/main" val="9457419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C88E4-1F26-82CF-6DB0-B70EC35FA1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D9E0D88-DA60-DF41-4EC3-A81CC29733F1}"/>
              </a:ext>
            </a:extLst>
          </p:cNvPr>
          <p:cNvSpPr>
            <a:spLocks noGrp="1"/>
          </p:cNvSpPr>
          <p:nvPr>
            <p:ph type="title"/>
          </p:nvPr>
        </p:nvSpPr>
        <p:spPr/>
        <p:txBody>
          <a:bodyPr/>
          <a:lstStyle/>
          <a:p>
            <a:r>
              <a:rPr lang="pt-BR" dirty="0"/>
              <a:t>1x1 MC </a:t>
            </a:r>
            <a:r>
              <a:rPr lang="pt-BR" dirty="0" err="1"/>
              <a:t>vs</a:t>
            </a:r>
            <a:r>
              <a:rPr lang="pt-BR" dirty="0"/>
              <a:t> snc125 (2%1mm)</a:t>
            </a:r>
          </a:p>
        </p:txBody>
      </p:sp>
      <p:sp>
        <p:nvSpPr>
          <p:cNvPr id="3" name="Espaço Reservado para Conteúdo 2">
            <a:extLst>
              <a:ext uri="{FF2B5EF4-FFF2-40B4-BE49-F238E27FC236}">
                <a16:creationId xmlns:a16="http://schemas.microsoft.com/office/drawing/2014/main" id="{E2725FB2-432D-3409-4DF2-8B044A26225E}"/>
              </a:ext>
            </a:extLst>
          </p:cNvPr>
          <p:cNvSpPr>
            <a:spLocks noGrp="1"/>
          </p:cNvSpPr>
          <p:nvPr>
            <p:ph idx="1"/>
          </p:nvPr>
        </p:nvSpPr>
        <p:spPr/>
        <p:txBody>
          <a:bodyPr/>
          <a:lstStyle/>
          <a:p>
            <a:endParaRPr lang="pt-BR"/>
          </a:p>
        </p:txBody>
      </p:sp>
      <p:pic>
        <p:nvPicPr>
          <p:cNvPr id="6" name="Imagem 5" descr="The image displays a dose distribution graph for a gamma-ray photon with an energy of 6 MeV/MV, measured at a 2.0% dose rate over a 1mm crossline, using a specific detector (SNC125c) and Monte Carlo simulation.&#10;&#10;O conteúdo gerado por IA pode estar incorreto.">
            <a:extLst>
              <a:ext uri="{FF2B5EF4-FFF2-40B4-BE49-F238E27FC236}">
                <a16:creationId xmlns:a16="http://schemas.microsoft.com/office/drawing/2014/main" id="{615D43A5-48FE-827C-922F-1ED3A9CB8C35}"/>
              </a:ext>
            </a:extLst>
          </p:cNvPr>
          <p:cNvPicPr>
            <a:picLocks noChangeAspect="1"/>
          </p:cNvPicPr>
          <p:nvPr/>
        </p:nvPicPr>
        <p:blipFill>
          <a:blip r:embed="rId2"/>
          <a:stretch>
            <a:fillRect/>
          </a:stretch>
        </p:blipFill>
        <p:spPr>
          <a:xfrm>
            <a:off x="838200" y="1567035"/>
            <a:ext cx="9135631" cy="4868518"/>
          </a:xfrm>
          <a:prstGeom prst="rect">
            <a:avLst/>
          </a:prstGeom>
        </p:spPr>
      </p:pic>
    </p:spTree>
    <p:extLst>
      <p:ext uri="{BB962C8B-B14F-4D97-AF65-F5344CB8AC3E}">
        <p14:creationId xmlns:p14="http://schemas.microsoft.com/office/powerpoint/2010/main" val="19536379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DEF185-CBFB-8DFD-F4FB-EA145ED053A1}"/>
              </a:ext>
            </a:extLst>
          </p:cNvPr>
          <p:cNvSpPr>
            <a:spLocks noGrp="1"/>
          </p:cNvSpPr>
          <p:nvPr>
            <p:ph type="title"/>
          </p:nvPr>
        </p:nvSpPr>
        <p:spPr/>
        <p:txBody>
          <a:bodyPr/>
          <a:lstStyle/>
          <a:p>
            <a:r>
              <a:rPr lang="pt-BR" dirty="0"/>
              <a:t>1x1 CCC </a:t>
            </a:r>
            <a:r>
              <a:rPr lang="pt-BR" dirty="0" err="1"/>
              <a:t>vs</a:t>
            </a:r>
            <a:r>
              <a:rPr lang="pt-BR" dirty="0"/>
              <a:t> Edge (2%1mm)</a:t>
            </a:r>
          </a:p>
        </p:txBody>
      </p:sp>
      <p:sp>
        <p:nvSpPr>
          <p:cNvPr id="3" name="Espaço Reservado para Conteúdo 2">
            <a:extLst>
              <a:ext uri="{FF2B5EF4-FFF2-40B4-BE49-F238E27FC236}">
                <a16:creationId xmlns:a16="http://schemas.microsoft.com/office/drawing/2014/main" id="{A9CA5050-CEC2-E0A0-BAE4-F457ABBE6D71}"/>
              </a:ext>
            </a:extLst>
          </p:cNvPr>
          <p:cNvSpPr>
            <a:spLocks noGrp="1"/>
          </p:cNvSpPr>
          <p:nvPr>
            <p:ph idx="1"/>
          </p:nvPr>
        </p:nvSpPr>
        <p:spPr/>
        <p:txBody>
          <a:bodyPr/>
          <a:lstStyle/>
          <a:p>
            <a:endParaRPr lang="pt-BR"/>
          </a:p>
        </p:txBody>
      </p:sp>
      <p:pic>
        <p:nvPicPr>
          <p:cNvPr id="5" name="Imagem 4" descr="The image displays a dose distribution graph for a photon beam with a gamma factor of 1D, photon energy of 6 MeV, and a cross-sectional area of 2x2 cm, indicating a pass rate of 79.7% with a maximum value of 2.603.&#10;&#10;O conteúdo gerado por IA pode estar incorreto.">
            <a:extLst>
              <a:ext uri="{FF2B5EF4-FFF2-40B4-BE49-F238E27FC236}">
                <a16:creationId xmlns:a16="http://schemas.microsoft.com/office/drawing/2014/main" id="{DECC14E0-497C-1D33-CD19-3A79944D86B5}"/>
              </a:ext>
            </a:extLst>
          </p:cNvPr>
          <p:cNvPicPr>
            <a:picLocks noChangeAspect="1"/>
          </p:cNvPicPr>
          <p:nvPr/>
        </p:nvPicPr>
        <p:blipFill>
          <a:blip r:embed="rId2"/>
          <a:stretch>
            <a:fillRect/>
          </a:stretch>
        </p:blipFill>
        <p:spPr>
          <a:xfrm>
            <a:off x="1313339" y="1517968"/>
            <a:ext cx="9565322" cy="5202990"/>
          </a:xfrm>
          <a:prstGeom prst="rect">
            <a:avLst/>
          </a:prstGeom>
        </p:spPr>
      </p:pic>
    </p:spTree>
    <p:extLst>
      <p:ext uri="{BB962C8B-B14F-4D97-AF65-F5344CB8AC3E}">
        <p14:creationId xmlns:p14="http://schemas.microsoft.com/office/powerpoint/2010/main" val="3280392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7661DC-BE5E-C2DF-9267-FFFFCE14A8E5}"/>
              </a:ext>
            </a:extLst>
          </p:cNvPr>
          <p:cNvSpPr>
            <a:spLocks noGrp="1"/>
          </p:cNvSpPr>
          <p:nvPr>
            <p:ph type="title"/>
          </p:nvPr>
        </p:nvSpPr>
        <p:spPr/>
        <p:txBody>
          <a:bodyPr/>
          <a:lstStyle/>
          <a:p>
            <a:r>
              <a:rPr lang="pt-BR" dirty="0"/>
              <a:t>1x1 CCC </a:t>
            </a:r>
            <a:r>
              <a:rPr lang="pt-BR" dirty="0" err="1"/>
              <a:t>vs</a:t>
            </a:r>
            <a:r>
              <a:rPr lang="pt-BR" dirty="0"/>
              <a:t> Edge (2%1mm) INLINE</a:t>
            </a:r>
          </a:p>
        </p:txBody>
      </p:sp>
      <p:sp>
        <p:nvSpPr>
          <p:cNvPr id="3" name="Espaço Reservado para Conteúdo 2">
            <a:extLst>
              <a:ext uri="{FF2B5EF4-FFF2-40B4-BE49-F238E27FC236}">
                <a16:creationId xmlns:a16="http://schemas.microsoft.com/office/drawing/2014/main" id="{5AA31930-3F11-2FDF-4946-A12B55D1B313}"/>
              </a:ext>
            </a:extLst>
          </p:cNvPr>
          <p:cNvSpPr>
            <a:spLocks noGrp="1"/>
          </p:cNvSpPr>
          <p:nvPr>
            <p:ph idx="1"/>
          </p:nvPr>
        </p:nvSpPr>
        <p:spPr/>
        <p:txBody>
          <a:bodyPr/>
          <a:lstStyle/>
          <a:p>
            <a:endParaRPr lang="pt-BR" dirty="0"/>
          </a:p>
        </p:txBody>
      </p:sp>
      <p:pic>
        <p:nvPicPr>
          <p:cNvPr id="5" name="Imagem 4" descr="The image displays a graphical representation of a gamma ray photon spectrum with energy levels, dose percentages, and pass rates for a sample.&#10;&#10;O conteúdo gerado por IA pode estar incorreto.">
            <a:extLst>
              <a:ext uri="{FF2B5EF4-FFF2-40B4-BE49-F238E27FC236}">
                <a16:creationId xmlns:a16="http://schemas.microsoft.com/office/drawing/2014/main" id="{80F584EB-4742-6252-0A30-750CA59E20C8}"/>
              </a:ext>
            </a:extLst>
          </p:cNvPr>
          <p:cNvPicPr>
            <a:picLocks noChangeAspect="1"/>
          </p:cNvPicPr>
          <p:nvPr/>
        </p:nvPicPr>
        <p:blipFill>
          <a:blip r:embed="rId2"/>
          <a:stretch>
            <a:fillRect/>
          </a:stretch>
        </p:blipFill>
        <p:spPr>
          <a:xfrm>
            <a:off x="1000433" y="1471171"/>
            <a:ext cx="10038735" cy="5386829"/>
          </a:xfrm>
          <a:prstGeom prst="rect">
            <a:avLst/>
          </a:prstGeom>
        </p:spPr>
      </p:pic>
    </p:spTree>
    <p:extLst>
      <p:ext uri="{BB962C8B-B14F-4D97-AF65-F5344CB8AC3E}">
        <p14:creationId xmlns:p14="http://schemas.microsoft.com/office/powerpoint/2010/main" val="241772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47E8D-134E-40B9-DF37-6A37684E70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AA0073-4C35-CEDC-D4F6-A506CF4B1CDE}"/>
              </a:ext>
            </a:extLst>
          </p:cNvPr>
          <p:cNvSpPr>
            <a:spLocks noGrp="1"/>
          </p:cNvSpPr>
          <p:nvPr>
            <p:ph type="title"/>
          </p:nvPr>
        </p:nvSpPr>
        <p:spPr/>
        <p:txBody>
          <a:bodyPr/>
          <a:lstStyle/>
          <a:p>
            <a:r>
              <a:rPr lang="pt-BR" dirty="0"/>
              <a:t>1x1 MC </a:t>
            </a:r>
            <a:r>
              <a:rPr lang="pt-BR" dirty="0" err="1"/>
              <a:t>vs</a:t>
            </a:r>
            <a:r>
              <a:rPr lang="pt-BR" dirty="0"/>
              <a:t> Edge (2%1mm) INLINE</a:t>
            </a:r>
          </a:p>
        </p:txBody>
      </p:sp>
      <p:sp>
        <p:nvSpPr>
          <p:cNvPr id="3" name="Espaço Reservado para Conteúdo 2">
            <a:extLst>
              <a:ext uri="{FF2B5EF4-FFF2-40B4-BE49-F238E27FC236}">
                <a16:creationId xmlns:a16="http://schemas.microsoft.com/office/drawing/2014/main" id="{44BB3DB6-8327-3DB7-33FA-33EC82B6E1E7}"/>
              </a:ext>
            </a:extLst>
          </p:cNvPr>
          <p:cNvSpPr>
            <a:spLocks noGrp="1"/>
          </p:cNvSpPr>
          <p:nvPr>
            <p:ph idx="1"/>
          </p:nvPr>
        </p:nvSpPr>
        <p:spPr/>
        <p:txBody>
          <a:bodyPr/>
          <a:lstStyle/>
          <a:p>
            <a:endParaRPr lang="pt-BR" dirty="0"/>
          </a:p>
        </p:txBody>
      </p:sp>
      <p:pic>
        <p:nvPicPr>
          <p:cNvPr id="6" name="Imagem 5" descr="The image displays a graph or chart with data points plotted on it, showing values for a 2.0% dose at 1mm depth, with a pass rate of 100% for a series of photon measurements.&#10;&#10;O conteúdo gerado por IA pode estar incorreto.">
            <a:extLst>
              <a:ext uri="{FF2B5EF4-FFF2-40B4-BE49-F238E27FC236}">
                <a16:creationId xmlns:a16="http://schemas.microsoft.com/office/drawing/2014/main" id="{22F57CA1-E715-87AE-82BB-F5B788627D7F}"/>
              </a:ext>
            </a:extLst>
          </p:cNvPr>
          <p:cNvPicPr>
            <a:picLocks noChangeAspect="1"/>
          </p:cNvPicPr>
          <p:nvPr/>
        </p:nvPicPr>
        <p:blipFill>
          <a:blip r:embed="rId2"/>
          <a:stretch>
            <a:fillRect/>
          </a:stretch>
        </p:blipFill>
        <p:spPr>
          <a:xfrm>
            <a:off x="934065" y="1374309"/>
            <a:ext cx="9783096" cy="5316392"/>
          </a:xfrm>
          <a:prstGeom prst="rect">
            <a:avLst/>
          </a:prstGeom>
        </p:spPr>
      </p:pic>
    </p:spTree>
    <p:extLst>
      <p:ext uri="{BB962C8B-B14F-4D97-AF65-F5344CB8AC3E}">
        <p14:creationId xmlns:p14="http://schemas.microsoft.com/office/powerpoint/2010/main" val="1449944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B1B9B9-B53D-902A-7258-E8BEB560131F}"/>
              </a:ext>
            </a:extLst>
          </p:cNvPr>
          <p:cNvSpPr>
            <a:spLocks noGrp="1"/>
          </p:cNvSpPr>
          <p:nvPr>
            <p:ph type="title"/>
          </p:nvPr>
        </p:nvSpPr>
        <p:spPr/>
        <p:txBody>
          <a:bodyPr/>
          <a:lstStyle/>
          <a:p>
            <a:r>
              <a:rPr lang="pt-BR" dirty="0"/>
              <a:t>OUTPUT</a:t>
            </a:r>
          </a:p>
        </p:txBody>
      </p:sp>
      <p:sp>
        <p:nvSpPr>
          <p:cNvPr id="3" name="Espaço Reservado para Conteúdo 2">
            <a:extLst>
              <a:ext uri="{FF2B5EF4-FFF2-40B4-BE49-F238E27FC236}">
                <a16:creationId xmlns:a16="http://schemas.microsoft.com/office/drawing/2014/main" id="{85F6817D-448B-0C68-A7D1-9F15ED0E094C}"/>
              </a:ext>
            </a:extLst>
          </p:cNvPr>
          <p:cNvSpPr>
            <a:spLocks noGrp="1"/>
          </p:cNvSpPr>
          <p:nvPr>
            <p:ph idx="1"/>
          </p:nvPr>
        </p:nvSpPr>
        <p:spPr>
          <a:xfrm>
            <a:off x="736600" y="1482725"/>
            <a:ext cx="10515600" cy="4351338"/>
          </a:xfrm>
        </p:spPr>
        <p:txBody>
          <a:bodyPr/>
          <a:lstStyle/>
          <a:p>
            <a:pPr marL="0" indent="0">
              <a:buNone/>
            </a:pPr>
            <a:r>
              <a:rPr lang="pt-BR" dirty="0"/>
              <a:t>ssd90 z10 Edge</a:t>
            </a:r>
          </a:p>
        </p:txBody>
      </p:sp>
    </p:spTree>
    <p:extLst>
      <p:ext uri="{BB962C8B-B14F-4D97-AF65-F5344CB8AC3E}">
        <p14:creationId xmlns:p14="http://schemas.microsoft.com/office/powerpoint/2010/main" val="17496249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Imagem 6" descr="Dosimetria&#10;&#10;O conteúdo gerado por IA pode estar incorreto.">
            <a:extLst>
              <a:ext uri="{FF2B5EF4-FFF2-40B4-BE49-F238E27FC236}">
                <a16:creationId xmlns:a16="http://schemas.microsoft.com/office/drawing/2014/main" id="{AF5EC5E9-485A-A5F1-1C6E-1F0A61659DE7}"/>
              </a:ext>
            </a:extLst>
          </p:cNvPr>
          <p:cNvPicPr>
            <a:picLocks noChangeAspect="1"/>
          </p:cNvPicPr>
          <p:nvPr/>
        </p:nvPicPr>
        <p:blipFill>
          <a:blip r:embed="rId2">
            <a:extLst>
              <a:ext uri="{28A0092B-C50C-407E-A947-70E740481C1C}">
                <a14:useLocalDpi xmlns:a14="http://schemas.microsoft.com/office/drawing/2010/main" val="0"/>
              </a:ext>
            </a:extLst>
          </a:blip>
          <a:srcRect l="2550" r="6" b="6"/>
          <a:stretch>
            <a:fillRect/>
          </a:stretch>
        </p:blipFill>
        <p:spPr>
          <a:xfrm>
            <a:off x="4" y="-6236"/>
            <a:ext cx="3255403" cy="2505456"/>
          </a:xfrm>
          <a:custGeom>
            <a:avLst/>
            <a:gdLst/>
            <a:ahLst/>
            <a:cxnLst/>
            <a:rect l="l" t="t" r="r" b="b"/>
            <a:pathLst>
              <a:path w="3255403" h="2505456">
                <a:moveTo>
                  <a:pt x="0" y="0"/>
                </a:moveTo>
                <a:lnTo>
                  <a:pt x="3255403" y="0"/>
                </a:lnTo>
                <a:lnTo>
                  <a:pt x="2094477" y="2505456"/>
                </a:lnTo>
                <a:lnTo>
                  <a:pt x="0" y="2505456"/>
                </a:lnTo>
                <a:close/>
              </a:path>
            </a:pathLst>
          </a:custGeom>
        </p:spPr>
      </p:pic>
      <p:pic>
        <p:nvPicPr>
          <p:cNvPr id="11" name="Imagem 10" descr="The image depicts a group of people seated around a table in an office setting, with medical or professional attire, and a computer monitor displaying a presentation or document.&#10;&#10;O conteúdo gerado por IA pode estar incorreto.">
            <a:extLst>
              <a:ext uri="{FF2B5EF4-FFF2-40B4-BE49-F238E27FC236}">
                <a16:creationId xmlns:a16="http://schemas.microsoft.com/office/drawing/2014/main" id="{DD57B8B8-20D5-8A9E-CD0D-65006EAB375A}"/>
              </a:ext>
            </a:extLst>
          </p:cNvPr>
          <p:cNvPicPr>
            <a:picLocks noChangeAspect="1"/>
          </p:cNvPicPr>
          <p:nvPr/>
        </p:nvPicPr>
        <p:blipFill>
          <a:blip r:embed="rId3">
            <a:extLst>
              <a:ext uri="{28A0092B-C50C-407E-A947-70E740481C1C}">
                <a14:useLocalDpi xmlns:a14="http://schemas.microsoft.com/office/drawing/2010/main" val="0"/>
              </a:ext>
            </a:extLst>
          </a:blip>
          <a:srcRect r="5" b="9475"/>
          <a:stretch>
            <a:fillRect/>
          </a:stretch>
        </p:blipFill>
        <p:spPr>
          <a:xfrm>
            <a:off x="4675539" y="-6235"/>
            <a:ext cx="3677817" cy="2505456"/>
          </a:xfrm>
          <a:custGeom>
            <a:avLst/>
            <a:gdLst/>
            <a:ahLst/>
            <a:cxnLst/>
            <a:rect l="l" t="t" r="r" b="b"/>
            <a:pathLst>
              <a:path w="3677817" h="2505456">
                <a:moveTo>
                  <a:pt x="1160926" y="0"/>
                </a:moveTo>
                <a:lnTo>
                  <a:pt x="3677817" y="0"/>
                </a:lnTo>
                <a:lnTo>
                  <a:pt x="2516891" y="2505456"/>
                </a:lnTo>
                <a:lnTo>
                  <a:pt x="0" y="2505456"/>
                </a:lnTo>
                <a:close/>
              </a:path>
            </a:pathLst>
          </a:custGeom>
        </p:spPr>
      </p:pic>
      <p:pic>
        <p:nvPicPr>
          <p:cNvPr id="17" name="Imagem 16" descr="The image shows a group of people standing in a meeting room, with some wearing badges and others dressed casually.&#10;&#10;O conteúdo gerado por IA pode estar incorreto.">
            <a:extLst>
              <a:ext uri="{FF2B5EF4-FFF2-40B4-BE49-F238E27FC236}">
                <a16:creationId xmlns:a16="http://schemas.microsoft.com/office/drawing/2014/main" id="{2A7A0549-F551-5749-25DA-0C28FC350A7F}"/>
              </a:ext>
            </a:extLst>
          </p:cNvPr>
          <p:cNvPicPr>
            <a:picLocks noChangeAspect="1"/>
          </p:cNvPicPr>
          <p:nvPr/>
        </p:nvPicPr>
        <p:blipFill>
          <a:blip r:embed="rId4">
            <a:extLst>
              <a:ext uri="{28A0092B-C50C-407E-A947-70E740481C1C}">
                <a14:useLocalDpi xmlns:a14="http://schemas.microsoft.com/office/drawing/2010/main" val="0"/>
              </a:ext>
            </a:extLst>
          </a:blip>
          <a:srcRect t="14848" r="-3" b="15801"/>
          <a:stretch>
            <a:fillRect/>
          </a:stretch>
        </p:blipFill>
        <p:spPr>
          <a:xfrm>
            <a:off x="7381876" y="1"/>
            <a:ext cx="4810125" cy="2501837"/>
          </a:xfrm>
          <a:custGeom>
            <a:avLst/>
            <a:gdLst/>
            <a:ahLst/>
            <a:cxnLst/>
            <a:rect l="l" t="t" r="r" b="b"/>
            <a:pathLst>
              <a:path w="4810125" h="2501837">
                <a:moveTo>
                  <a:pt x="1159248" y="0"/>
                </a:moveTo>
                <a:lnTo>
                  <a:pt x="4810125" y="0"/>
                </a:lnTo>
                <a:lnTo>
                  <a:pt x="4810125" y="2501837"/>
                </a:lnTo>
                <a:lnTo>
                  <a:pt x="0" y="2501837"/>
                </a:lnTo>
                <a:close/>
              </a:path>
            </a:pathLst>
          </a:custGeom>
        </p:spPr>
      </p:pic>
      <p:pic>
        <p:nvPicPr>
          <p:cNvPr id="15" name="Imagem 14">
            <a:extLst>
              <a:ext uri="{FF2B5EF4-FFF2-40B4-BE49-F238E27FC236}">
                <a16:creationId xmlns:a16="http://schemas.microsoft.com/office/drawing/2014/main" id="{829F9BE1-4B82-983E-7756-86B549FF47E3}"/>
              </a:ext>
            </a:extLst>
          </p:cNvPr>
          <p:cNvPicPr>
            <a:picLocks noChangeAspect="1"/>
          </p:cNvPicPr>
          <p:nvPr/>
        </p:nvPicPr>
        <p:blipFill>
          <a:blip r:embed="rId5">
            <a:extLst>
              <a:ext uri="{28A0092B-C50C-407E-A947-70E740481C1C}">
                <a14:useLocalDpi xmlns:a14="http://schemas.microsoft.com/office/drawing/2010/main" val="0"/>
              </a:ext>
            </a:extLst>
          </a:blip>
          <a:srcRect t="14293" b="2174"/>
          <a:stretch>
            <a:fillRect/>
          </a:stretch>
        </p:blipFill>
        <p:spPr>
          <a:xfrm>
            <a:off x="20" y="2658276"/>
            <a:ext cx="3770704" cy="4199724"/>
          </a:xfrm>
          <a:custGeom>
            <a:avLst/>
            <a:gdLst/>
            <a:ahLst/>
            <a:cxnLst/>
            <a:rect l="l" t="t" r="r" b="b"/>
            <a:pathLst>
              <a:path w="3770724" h="4199724">
                <a:moveTo>
                  <a:pt x="0" y="0"/>
                </a:moveTo>
                <a:lnTo>
                  <a:pt x="3770724" y="0"/>
                </a:lnTo>
                <a:lnTo>
                  <a:pt x="1824067" y="4199724"/>
                </a:lnTo>
                <a:lnTo>
                  <a:pt x="0" y="4199724"/>
                </a:lnTo>
                <a:close/>
              </a:path>
            </a:pathLst>
          </a:custGeom>
        </p:spPr>
      </p:pic>
      <p:pic>
        <p:nvPicPr>
          <p:cNvPr id="5" name="Espaço Reservado para Conteúdo 4" descr="The image shows a dental X-ray machine with a clear plastic cover and a yellow display panel.&#10;&#10;O conteúdo gerado por IA pode estar incorreto.">
            <a:extLst>
              <a:ext uri="{FF2B5EF4-FFF2-40B4-BE49-F238E27FC236}">
                <a16:creationId xmlns:a16="http://schemas.microsoft.com/office/drawing/2014/main" id="{2AD88540-7214-6355-B911-534D4C27817E}"/>
              </a:ext>
            </a:extLst>
          </p:cNvPr>
          <p:cNvPicPr>
            <a:picLocks noGrp="1" noChangeAspect="1"/>
          </p:cNvPicPr>
          <p:nvPr>
            <p:ph idx="1"/>
          </p:nvPr>
        </p:nvPicPr>
        <p:blipFill>
          <a:blip r:embed="rId6">
            <a:extLst>
              <a:ext uri="{28A0092B-C50C-407E-A947-70E740481C1C}">
                <a14:useLocalDpi xmlns:a14="http://schemas.microsoft.com/office/drawing/2010/main" val="0"/>
              </a:ext>
            </a:extLst>
          </a:blip>
          <a:srcRect t="18461" r="-1" b="19910"/>
          <a:stretch>
            <a:fillRect/>
          </a:stretch>
        </p:blipFill>
        <p:spPr>
          <a:xfrm>
            <a:off x="2013796" y="2661900"/>
            <a:ext cx="5108726" cy="4197911"/>
          </a:xfrm>
          <a:custGeom>
            <a:avLst/>
            <a:gdLst/>
            <a:ahLst/>
            <a:cxnLst/>
            <a:rect l="l" t="t" r="r" b="b"/>
            <a:pathLst>
              <a:path w="5108726" h="4197911">
                <a:moveTo>
                  <a:pt x="1945141" y="0"/>
                </a:moveTo>
                <a:lnTo>
                  <a:pt x="5108726" y="0"/>
                </a:lnTo>
                <a:lnTo>
                  <a:pt x="3163585" y="4197911"/>
                </a:lnTo>
                <a:lnTo>
                  <a:pt x="3157362" y="4197911"/>
                </a:lnTo>
                <a:lnTo>
                  <a:pt x="1967571" y="4197911"/>
                </a:lnTo>
                <a:lnTo>
                  <a:pt x="317526" y="4197911"/>
                </a:lnTo>
                <a:lnTo>
                  <a:pt x="0" y="4197911"/>
                </a:lnTo>
                <a:close/>
              </a:path>
            </a:pathLst>
          </a:custGeom>
        </p:spPr>
      </p:pic>
      <p:sp>
        <p:nvSpPr>
          <p:cNvPr id="25" name="Freeform 43">
            <a:extLst>
              <a:ext uri="{FF2B5EF4-FFF2-40B4-BE49-F238E27FC236}">
                <a16:creationId xmlns:a16="http://schemas.microsoft.com/office/drawing/2014/main" id="{AAD8F19F-4A55-467B-BED0-8837659A90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53050" y="2660089"/>
            <a:ext cx="6838950" cy="4197911"/>
          </a:xfrm>
          <a:custGeom>
            <a:avLst/>
            <a:gdLst>
              <a:gd name="connsiteX0" fmla="*/ 4893809 w 6838950"/>
              <a:gd name="connsiteY0" fmla="*/ 0 h 4197911"/>
              <a:gd name="connsiteX1" fmla="*/ 4887586 w 6838950"/>
              <a:gd name="connsiteY1" fmla="*/ 0 h 4197911"/>
              <a:gd name="connsiteX2" fmla="*/ 3697795 w 6838950"/>
              <a:gd name="connsiteY2" fmla="*/ 0 h 4197911"/>
              <a:gd name="connsiteX3" fmla="*/ 2047750 w 6838950"/>
              <a:gd name="connsiteY3" fmla="*/ 0 h 4197911"/>
              <a:gd name="connsiteX4" fmla="*/ 0 w 6838950"/>
              <a:gd name="connsiteY4" fmla="*/ 0 h 4197911"/>
              <a:gd name="connsiteX5" fmla="*/ 0 w 6838950"/>
              <a:gd name="connsiteY5" fmla="*/ 4197911 h 4197911"/>
              <a:gd name="connsiteX6" fmla="*/ 6838950 w 6838950"/>
              <a:gd name="connsiteY6" fmla="*/ 4197911 h 41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38950" h="4197911">
                <a:moveTo>
                  <a:pt x="4893809" y="0"/>
                </a:moveTo>
                <a:lnTo>
                  <a:pt x="4887586" y="0"/>
                </a:lnTo>
                <a:lnTo>
                  <a:pt x="3697795" y="0"/>
                </a:lnTo>
                <a:lnTo>
                  <a:pt x="2047750" y="0"/>
                </a:lnTo>
                <a:lnTo>
                  <a:pt x="0" y="0"/>
                </a:lnTo>
                <a:lnTo>
                  <a:pt x="0" y="4197911"/>
                </a:lnTo>
                <a:lnTo>
                  <a:pt x="6838950" y="4197911"/>
                </a:lnTo>
                <a:close/>
              </a:path>
            </a:pathLst>
          </a:custGeom>
          <a:solidFill>
            <a:srgbClr val="503B4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8DEE313-37A0-B0CA-0EEA-C24BBE8FFBBE}"/>
              </a:ext>
            </a:extLst>
          </p:cNvPr>
          <p:cNvSpPr>
            <a:spLocks noGrp="1"/>
          </p:cNvSpPr>
          <p:nvPr>
            <p:ph type="title"/>
          </p:nvPr>
        </p:nvSpPr>
        <p:spPr>
          <a:xfrm>
            <a:off x="6619164" y="4189864"/>
            <a:ext cx="4997354" cy="2163872"/>
          </a:xfrm>
        </p:spPr>
        <p:txBody>
          <a:bodyPr vert="horz" lIns="91440" tIns="45720" rIns="91440" bIns="45720" rtlCol="0" anchor="t">
            <a:normAutofit/>
          </a:bodyPr>
          <a:lstStyle/>
          <a:p>
            <a:pPr algn="r"/>
            <a:r>
              <a:rPr lang="en-US" sz="6000" kern="1200">
                <a:solidFill>
                  <a:srgbClr val="FFFFFF"/>
                </a:solidFill>
                <a:latin typeface="+mj-lt"/>
                <a:ea typeface="+mj-ea"/>
                <a:cs typeface="+mj-cs"/>
              </a:rPr>
              <a:t>Gracias </a:t>
            </a:r>
            <a:endParaRPr lang="en-US" sz="6000" kern="1200" dirty="0">
              <a:solidFill>
                <a:srgbClr val="FFFFFF"/>
              </a:solidFill>
              <a:latin typeface="+mj-lt"/>
              <a:ea typeface="+mj-ea"/>
              <a:cs typeface="+mj-cs"/>
            </a:endParaRPr>
          </a:p>
        </p:txBody>
      </p:sp>
      <p:pic>
        <p:nvPicPr>
          <p:cNvPr id="13" name="Imagem 12" descr="The image depicts a workspace with three individuals seated at a desk, each engaged in their respective tasks, with a computer monitor, keyboard, and other office equipment visible.&#10;&#10;O conteúdo gerado por IA pode estar incorreto.">
            <a:extLst>
              <a:ext uri="{FF2B5EF4-FFF2-40B4-BE49-F238E27FC236}">
                <a16:creationId xmlns:a16="http://schemas.microsoft.com/office/drawing/2014/main" id="{B9C49A5C-F513-E435-732D-CF80CB117157}"/>
              </a:ext>
            </a:extLst>
          </p:cNvPr>
          <p:cNvPicPr>
            <a:picLocks noChangeAspect="1"/>
          </p:cNvPicPr>
          <p:nvPr/>
        </p:nvPicPr>
        <p:blipFill>
          <a:blip r:embed="rId7">
            <a:extLst>
              <a:ext uri="{28A0092B-C50C-407E-A947-70E740481C1C}">
                <a14:useLocalDpi xmlns:a14="http://schemas.microsoft.com/office/drawing/2010/main" val="0"/>
              </a:ext>
            </a:extLst>
          </a:blip>
          <a:srcRect r="2" b="2002"/>
          <a:stretch>
            <a:fillRect/>
          </a:stretch>
        </p:blipFill>
        <p:spPr>
          <a:xfrm>
            <a:off x="2261968" y="1"/>
            <a:ext cx="3393943" cy="2502843"/>
          </a:xfrm>
          <a:custGeom>
            <a:avLst/>
            <a:gdLst/>
            <a:ahLst/>
            <a:cxnLst/>
            <a:rect l="l" t="t" r="r" b="b"/>
            <a:pathLst>
              <a:path w="3393943" h="2502843">
                <a:moveTo>
                  <a:pt x="1159715" y="0"/>
                </a:moveTo>
                <a:lnTo>
                  <a:pt x="3393943" y="0"/>
                </a:lnTo>
                <a:lnTo>
                  <a:pt x="2234228" y="2502843"/>
                </a:lnTo>
                <a:lnTo>
                  <a:pt x="0" y="2502843"/>
                </a:lnTo>
                <a:close/>
              </a:path>
            </a:pathLst>
          </a:custGeom>
        </p:spPr>
      </p:pic>
    </p:spTree>
    <p:extLst>
      <p:ext uri="{BB962C8B-B14F-4D97-AF65-F5344CB8AC3E}">
        <p14:creationId xmlns:p14="http://schemas.microsoft.com/office/powerpoint/2010/main" val="1357493702"/>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186</Words>
  <Application>Microsoft Office PowerPoint</Application>
  <PresentationFormat>Widescreen</PresentationFormat>
  <Paragraphs>40</Paragraphs>
  <Slides>32</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32</vt:i4>
      </vt:variant>
    </vt:vector>
  </HeadingPairs>
  <TitlesOfParts>
    <vt:vector size="37" baseType="lpstr">
      <vt:lpstr>Aptos</vt:lpstr>
      <vt:lpstr>Aptos Display</vt:lpstr>
      <vt:lpstr>Arial</vt:lpstr>
      <vt:lpstr>Calibri</vt:lpstr>
      <vt:lpstr>Tema do Office</vt:lpstr>
      <vt:lpstr>Apresentação do PowerPoint</vt:lpstr>
      <vt:lpstr>TIME B</vt:lpstr>
      <vt:lpstr>Pixel size 0.09cm</vt:lpstr>
      <vt:lpstr>Apresentação do PowerPoint</vt:lpstr>
      <vt:lpstr>RMS Error 0.06cm / MI 0.125</vt:lpstr>
      <vt:lpstr>Desvios Alinhamento x&lt;1mm, 1&lt;Y&lt;2mm, z&lt;1mm (pontos) </vt:lpstr>
      <vt:lpstr>Apresentação do PowerPoint</vt:lpstr>
      <vt:lpstr>Curvas Medidas</vt:lpstr>
      <vt:lpstr>PDP EDGE – raw data</vt:lpstr>
      <vt:lpstr>Perfil EDGE – raw data</vt:lpstr>
      <vt:lpstr>PDP SNC125 – raw data</vt:lpstr>
      <vt:lpstr>Perfil SNC125 – raw data</vt:lpstr>
      <vt:lpstr>MC PDP e perfil</vt:lpstr>
      <vt:lpstr>CCC PDP e perfil</vt:lpstr>
      <vt:lpstr>1 comparação entre detectores – PDP edge</vt:lpstr>
      <vt:lpstr>1 comparação entre detectores – PDP snc125</vt:lpstr>
      <vt:lpstr>Apresentação do PowerPoint</vt:lpstr>
      <vt:lpstr>Apresentação do PowerPoint</vt:lpstr>
      <vt:lpstr>Apresentação do PowerPoint</vt:lpstr>
      <vt:lpstr>Apresentação do PowerPoint</vt:lpstr>
      <vt:lpstr>Analise do perfil do Edge</vt:lpstr>
      <vt:lpstr>INLINE 1x1</vt:lpstr>
      <vt:lpstr>Crossline vs Inline</vt:lpstr>
      <vt:lpstr>1x1 MC vs Edge (2%1mm)</vt:lpstr>
      <vt:lpstr>1x1 MC vs Edge (2%1mm)</vt:lpstr>
      <vt:lpstr>1x1 MC vs snc125 (2%1mm)</vt:lpstr>
      <vt:lpstr>1x1 MC vs snc125 (2%1mm)</vt:lpstr>
      <vt:lpstr>1x1 CCC vs Edge (2%1mm)</vt:lpstr>
      <vt:lpstr>1x1 CCC vs Edge (2%1mm) INLINE</vt:lpstr>
      <vt:lpstr>1x1 MC vs Edge (2%1mm) INLINE</vt:lpstr>
      <vt:lpstr>OUTPUT</vt:lpstr>
      <vt:lpstr>Gracias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Argolo Piedade</dc:creator>
  <cp:lastModifiedBy>Pedro Argolo Piedade</cp:lastModifiedBy>
  <cp:revision>6</cp:revision>
  <dcterms:created xsi:type="dcterms:W3CDTF">2026-04-11T15:40:54Z</dcterms:created>
  <dcterms:modified xsi:type="dcterms:W3CDTF">2026-04-11T18:27:31Z</dcterms:modified>
</cp:coreProperties>
</file>